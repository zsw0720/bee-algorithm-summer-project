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3.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73" r:id="rId5"/>
  </p:sldMasterIdLst>
  <p:notesMasterIdLst>
    <p:notesMasterId r:id="rId10"/>
  </p:notesMasterIdLst>
  <p:handoutMasterIdLst>
    <p:handoutMasterId r:id="rId11"/>
  </p:handoutMasterIdLst>
  <p:sldIdLst>
    <p:sldId id="257" r:id="rId6"/>
    <p:sldId id="325" r:id="rId7"/>
    <p:sldId id="337" r:id="rId8"/>
    <p:sldId id="338" r:id="rId9"/>
    <p:sldId id="339" r:id="rId21"/>
    <p:sldId id="340" r:id="rId22"/>
    <p:sldId id="341" r:id="rId23"/>
    <p:sldId id="342" r:id="rId24"/>
    <p:sldId id="343" r:id="rId25"/>
    <p:sldId id="344" r:id="rId26"/>
  </p:sldIdLst>
  <p:sldSz cx="12192000" cy="6858000"/>
  <p:notesSz cx="6858000" cy="9144000"/>
  <p:embeddedFontLst>
    <p:embeddedFont>
      <p:font typeface="Georgia" panose="02040502050405020303" pitchFamily="18"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06B7B3-04E7-14C7-F006-E8D6FD9317EA}" name="Michelle Sewell" initials="MS" userId="S::michelle@mammoth.tv::e8d9b915-60eb-4c10-8538-61abdf84f72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47"/>
    <p:restoredTop sz="84335"/>
  </p:normalViewPr>
  <p:slideViewPr>
    <p:cSldViewPr snapToGrid="0">
      <p:cViewPr varScale="1">
        <p:scale>
          <a:sx n="97" d="100"/>
          <a:sy n="97" d="100"/>
        </p:scale>
        <p:origin x="984"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346B67-71C4-6A20-5B1F-CF02011E03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6B6DA43-4E6A-F57C-F129-8621F4C48E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CB6302-81D9-3341-8BEE-558FFE2510A3}" type="datetimeFigureOut">
              <a:rPr lang="en-US" smtClean="0"/>
              <a:t>9/2/25</a:t>
            </a:fld>
            <a:endParaRPr lang="en-US"/>
          </a:p>
        </p:txBody>
      </p:sp>
      <p:sp>
        <p:nvSpPr>
          <p:cNvPr id="4" name="Footer Placeholder 3">
            <a:extLst>
              <a:ext uri="{FF2B5EF4-FFF2-40B4-BE49-F238E27FC236}">
                <a16:creationId xmlns:a16="http://schemas.microsoft.com/office/drawing/2014/main" id="{B51356D5-F218-1A4F-F824-0004C2F048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BBB1A6-FD46-F964-76CD-4727A6A780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E4192F-5B50-BB49-817A-7CA11482C31B}" type="slidenum">
              <a:rPr lang="en-US" smtClean="0"/>
              <a:t>‹#›</a:t>
            </a:fld>
            <a:endParaRPr lang="en-US"/>
          </a:p>
        </p:txBody>
      </p:sp>
    </p:spTree>
    <p:extLst>
      <p:ext uri="{BB962C8B-B14F-4D97-AF65-F5344CB8AC3E}">
        <p14:creationId xmlns:p14="http://schemas.microsoft.com/office/powerpoint/2010/main" val="22598423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0BDFEF-057C-A843-8C81-03384ABB4BFC}" type="datetimeFigureOut">
              <a:rPr lang="en-US" smtClean="0"/>
              <a:t>9/2/25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5D149E-358D-2440-BDD5-072440F2B74A}" type="slidenum">
              <a:rPr lang="en-US" smtClean="0"/>
              <a:t>‹#›</a:t>
            </a:fld>
            <a:endParaRPr lang="en-US"/>
          </a:p>
        </p:txBody>
      </p:sp>
    </p:spTree>
    <p:extLst>
      <p:ext uri="{BB962C8B-B14F-4D97-AF65-F5344CB8AC3E}">
        <p14:creationId xmlns:p14="http://schemas.microsoft.com/office/powerpoint/2010/main" val="1011765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5D149E-358D-2440-BDD5-072440F2B74A}" type="slidenum">
              <a:rPr lang="en-US" smtClean="0"/>
              <a:t>1</a:t>
            </a:fld>
            <a:endParaRPr lang="en-US"/>
          </a:p>
        </p:txBody>
      </p:sp>
    </p:spTree>
    <p:extLst>
      <p:ext uri="{BB962C8B-B14F-4D97-AF65-F5344CB8AC3E}">
        <p14:creationId xmlns:p14="http://schemas.microsoft.com/office/powerpoint/2010/main" val="361208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2.png"/><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Title Slide">
    <p:spTree>
      <p:nvGrpSpPr>
        <p:cNvPr id="1" name=""/>
        <p:cNvGrpSpPr/>
        <p:nvPr/>
      </p:nvGrpSpPr>
      <p:grpSpPr>
        <a:xfrm>
          <a:off x="0" y="0"/>
          <a:ext cx="0" cy="0"/>
          <a:chOff x="0" y="0"/>
          <a:chExt cx="0" cy="0"/>
        </a:xfrm>
      </p:grpSpPr>
      <p:pic>
        <p:nvPicPr>
          <p:cNvPr id="7" name="5. Background">
            <a:extLst>
              <a:ext uri="{FF2B5EF4-FFF2-40B4-BE49-F238E27FC236}">
                <a16:creationId xmlns:a16="http://schemas.microsoft.com/office/drawing/2014/main" id="{C5602FD7-1231-064E-CF9F-7F8C08F8EFE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14" name="4. Logo">
            <a:extLst>
              <a:ext uri="{FF2B5EF4-FFF2-40B4-BE49-F238E27FC236}">
                <a16:creationId xmlns:a16="http://schemas.microsoft.com/office/drawing/2014/main" id="{4504F269-56E3-639E-F1B1-41EEC4813B5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06400" y="5787179"/>
            <a:ext cx="1954059" cy="567738"/>
          </a:xfrm>
          <a:prstGeom prst="rect">
            <a:avLst/>
          </a:prstGeom>
        </p:spPr>
      </p:pic>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9144000" cy="1655762"/>
          </a:xfrm>
          <a:prstGeom prst="rect">
            <a:avLst/>
          </a:prstGeom>
        </p:spPr>
        <p:txBody>
          <a:bodyPr>
            <a:normAutofit/>
          </a:bodyPr>
          <a:lstStyle>
            <a:lvl1pPr marL="0" indent="0" algn="l">
              <a:lnSpc>
                <a:spcPct val="100000"/>
              </a:lnSpc>
              <a:spcBef>
                <a:spcPts val="0"/>
              </a:spcBef>
              <a:buNone/>
              <a:defRPr sz="2000" b="0" i="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solidFill>
                  <a:srgbClr val="FFFFFF"/>
                </a:solidFill>
                <a:effectLst/>
                <a:latin typeface="Helvetica" pitchFamily="2" charset="0"/>
              </a:rPr>
              <a:t>Insert sub copy here.</a:t>
            </a:r>
          </a:p>
        </p:txBody>
      </p:sp>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9144000" cy="2387600"/>
          </a:xfrm>
          <a:prstGeom prst="rect">
            <a:avLst/>
          </a:prstGeom>
        </p:spPr>
        <p:txBody>
          <a:bodyPr anchor="b"/>
          <a:lstStyle>
            <a:lvl1pPr algn="l">
              <a:lnSpc>
                <a:spcPts val="5400"/>
              </a:lnSpc>
              <a:defRPr sz="6000"/>
            </a:lvl1pPr>
          </a:lstStyle>
          <a:p>
            <a:r>
              <a:rPr lang="en-GB"/>
              <a:t>Insert headline here. </a:t>
            </a:r>
            <a:br>
              <a:rPr lang="en-GB"/>
            </a:br>
            <a:r>
              <a:rPr lang="en-GB"/>
              <a:t>Should be between </a:t>
            </a:r>
            <a:br>
              <a:rPr lang="en-GB"/>
            </a:br>
            <a:r>
              <a:rPr lang="en-GB"/>
              <a:t>1-3 lines max. </a:t>
            </a:r>
            <a:endParaRPr lang="en-US"/>
          </a:p>
        </p:txBody>
      </p:sp>
      <p:sp>
        <p:nvSpPr>
          <p:cNvPr id="16" name="1. Section Title Placeholder">
            <a:extLst>
              <a:ext uri="{FF2B5EF4-FFF2-40B4-BE49-F238E27FC236}">
                <a16:creationId xmlns:a16="http://schemas.microsoft.com/office/drawing/2014/main" id="{7CE02850-963E-BCA7-D70C-3BCCF65A0640}"/>
              </a:ext>
            </a:extLst>
          </p:cNvPr>
          <p:cNvSpPr>
            <a:spLocks noGrp="1"/>
          </p:cNvSpPr>
          <p:nvPr>
            <p:ph type="body" idx="10" hasCustomPrompt="1"/>
          </p:nvPr>
        </p:nvSpPr>
        <p:spPr>
          <a:xfrm>
            <a:off x="406400" y="698182"/>
            <a:ext cx="9154160" cy="244682"/>
          </a:xfrm>
          <a:prstGeom prst="rect">
            <a:avLst/>
          </a:prstGeom>
        </p:spPr>
        <p:txBody>
          <a:bodyPr wrap="square">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SECTION TITLE </a:t>
            </a:r>
          </a:p>
        </p:txBody>
      </p:sp>
    </p:spTree>
    <p:extLst>
      <p:ext uri="{BB962C8B-B14F-4D97-AF65-F5344CB8AC3E}">
        <p14:creationId xmlns:p14="http://schemas.microsoft.com/office/powerpoint/2010/main" val="31658897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Image">
    <p:spTree>
      <p:nvGrpSpPr>
        <p:cNvPr id="1" name=""/>
        <p:cNvGrpSpPr/>
        <p:nvPr/>
      </p:nvGrpSpPr>
      <p:grpSpPr>
        <a:xfrm>
          <a:off x="0" y="0"/>
          <a:ext cx="0" cy="0"/>
          <a:chOff x="0" y="0"/>
          <a:chExt cx="0" cy="0"/>
        </a:xfrm>
      </p:grpSpPr>
      <p:pic>
        <p:nvPicPr>
          <p:cNvPr id="7" name="6. Background">
            <a:extLst>
              <a:ext uri="{FF2B5EF4-FFF2-40B4-BE49-F238E27FC236}">
                <a16:creationId xmlns:a16="http://schemas.microsoft.com/office/drawing/2014/main" id="{C5602FD7-1231-064E-CF9F-7F8C08F8EF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89600" cy="6856650"/>
          </a:xfrm>
          <a:prstGeom prst="rect">
            <a:avLst/>
          </a:prstGeom>
        </p:spPr>
      </p:pic>
      <p:pic>
        <p:nvPicPr>
          <p:cNvPr id="14" name="5. Logo">
            <a:extLst>
              <a:ext uri="{FF2B5EF4-FFF2-40B4-BE49-F238E27FC236}">
                <a16:creationId xmlns:a16="http://schemas.microsoft.com/office/drawing/2014/main" id="{4504F269-56E3-639E-F1B1-41EEC4813B5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06400" y="5787179"/>
            <a:ext cx="1954059" cy="567738"/>
          </a:xfrm>
          <a:prstGeom prst="rect">
            <a:avLst/>
          </a:prstGeom>
        </p:spPr>
      </p:pic>
      <p:sp>
        <p:nvSpPr>
          <p:cNvPr id="17" name="4. Picture Box ">
            <a:extLst>
              <a:ext uri="{FF2B5EF4-FFF2-40B4-BE49-F238E27FC236}">
                <a16:creationId xmlns:a16="http://schemas.microsoft.com/office/drawing/2014/main" id="{5BD1D972-DB48-9F79-3343-53455BAD1A3F}"/>
              </a:ext>
            </a:extLst>
          </p:cNvPr>
          <p:cNvSpPr>
            <a:spLocks noGrp="1"/>
          </p:cNvSpPr>
          <p:nvPr>
            <p:ph type="pic" idx="12" hasCustomPrompt="1"/>
          </p:nvPr>
        </p:nvSpPr>
        <p:spPr>
          <a:xfrm>
            <a:off x="7650676" y="0"/>
            <a:ext cx="4541325" cy="6854092"/>
          </a:xfrm>
          <a:custGeom>
            <a:avLst/>
            <a:gdLst>
              <a:gd name="connsiteX0" fmla="*/ 1895608 w 4541325"/>
              <a:gd name="connsiteY0" fmla="*/ 0 h 6854092"/>
              <a:gd name="connsiteX1" fmla="*/ 4541325 w 4541325"/>
              <a:gd name="connsiteY1" fmla="*/ 0 h 6854092"/>
              <a:gd name="connsiteX2" fmla="*/ 4541325 w 4541325"/>
              <a:gd name="connsiteY2" fmla="*/ 6854092 h 6854092"/>
              <a:gd name="connsiteX3" fmla="*/ 2610437 w 4541325"/>
              <a:gd name="connsiteY3" fmla="*/ 6854092 h 6854092"/>
              <a:gd name="connsiteX4" fmla="*/ 0 w 4541325"/>
              <a:gd name="connsiteY4" fmla="*/ 4568092 h 6854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1325" h="6854092">
                <a:moveTo>
                  <a:pt x="1895608" y="0"/>
                </a:moveTo>
                <a:lnTo>
                  <a:pt x="4541325" y="0"/>
                </a:lnTo>
                <a:lnTo>
                  <a:pt x="4541325" y="6854092"/>
                </a:lnTo>
                <a:lnTo>
                  <a:pt x="2610437" y="6854092"/>
                </a:lnTo>
                <a:lnTo>
                  <a:pt x="0" y="4568092"/>
                </a:lnTo>
                <a:close/>
              </a:path>
            </a:pathLst>
          </a:custGeom>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9144000" cy="1655762"/>
          </a:xfrm>
          <a:prstGeom prst="rect">
            <a:avLst/>
          </a:prstGeom>
        </p:spPr>
        <p:txBody>
          <a:bodyPr>
            <a:normAutofit/>
          </a:bodyPr>
          <a:lstStyle>
            <a:lvl1pPr marL="0" indent="0" algn="l">
              <a:lnSpc>
                <a:spcPct val="100000"/>
              </a:lnSpc>
              <a:spcBef>
                <a:spcPts val="0"/>
              </a:spcBef>
              <a:buNone/>
              <a:defRPr sz="2000" b="0" i="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solidFill>
                  <a:srgbClr val="FFFFFF"/>
                </a:solidFill>
                <a:effectLst/>
                <a:latin typeface="Helvetica" pitchFamily="2" charset="0"/>
              </a:rPr>
              <a:t>Insert sub copy here.</a:t>
            </a:r>
          </a:p>
          <a:p>
            <a:br>
              <a:rPr lang="en-GB"/>
            </a:br>
            <a:endParaRPr lang="en-GB"/>
          </a:p>
          <a:p>
            <a:r>
              <a:rPr lang="en-GB"/>
              <a:t>image box on the right click on icon or drag </a:t>
            </a:r>
            <a:br>
              <a:rPr lang="en-GB"/>
            </a:br>
            <a:r>
              <a:rPr lang="en-GB"/>
              <a:t>image into the space to add.</a:t>
            </a:r>
            <a:endParaRPr lang="en-US"/>
          </a:p>
        </p:txBody>
      </p:sp>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9144000" cy="2387600"/>
          </a:xfrm>
          <a:prstGeom prst="rect">
            <a:avLst/>
          </a:prstGeom>
        </p:spPr>
        <p:txBody>
          <a:bodyPr anchor="b"/>
          <a:lstStyle>
            <a:lvl1pPr algn="l">
              <a:lnSpc>
                <a:spcPts val="5400"/>
              </a:lnSpc>
              <a:defRPr sz="6000"/>
            </a:lvl1pPr>
          </a:lstStyle>
          <a:p>
            <a:r>
              <a:rPr lang="en-GB"/>
              <a:t>Insert headline here. </a:t>
            </a:r>
            <a:br>
              <a:rPr lang="en-GB"/>
            </a:br>
            <a:r>
              <a:rPr lang="en-GB"/>
              <a:t>Should be between </a:t>
            </a:r>
            <a:br>
              <a:rPr lang="en-GB"/>
            </a:br>
            <a:r>
              <a:rPr lang="en-GB"/>
              <a:t>1-3 lines max. </a:t>
            </a:r>
            <a:endParaRPr lang="en-US"/>
          </a:p>
        </p:txBody>
      </p:sp>
      <p:sp>
        <p:nvSpPr>
          <p:cNvPr id="16" name="1. Section Title Placeholder">
            <a:extLst>
              <a:ext uri="{FF2B5EF4-FFF2-40B4-BE49-F238E27FC236}">
                <a16:creationId xmlns:a16="http://schemas.microsoft.com/office/drawing/2014/main" id="{7CE02850-963E-BCA7-D70C-3BCCF65A0640}"/>
              </a:ext>
            </a:extLst>
          </p:cNvPr>
          <p:cNvSpPr>
            <a:spLocks noGrp="1"/>
          </p:cNvSpPr>
          <p:nvPr>
            <p:ph type="body" idx="10" hasCustomPrompt="1"/>
          </p:nvPr>
        </p:nvSpPr>
        <p:spPr>
          <a:xfrm>
            <a:off x="406400" y="698182"/>
            <a:ext cx="9154160" cy="244682"/>
          </a:xfrm>
          <a:prstGeom prst="rect">
            <a:avLst/>
          </a:prstGeom>
        </p:spPr>
        <p:txBody>
          <a:bodyPr wrap="square">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SECTION TITLE</a:t>
            </a:r>
          </a:p>
        </p:txBody>
      </p:sp>
    </p:spTree>
    <p:extLst>
      <p:ext uri="{BB962C8B-B14F-4D97-AF65-F5344CB8AC3E}">
        <p14:creationId xmlns:p14="http://schemas.microsoft.com/office/powerpoint/2010/main" val="3141653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5" name="4. Logo">
            <a:extLst>
              <a:ext uri="{FF2B5EF4-FFF2-40B4-BE49-F238E27FC236}">
                <a16:creationId xmlns:a16="http://schemas.microsoft.com/office/drawing/2014/main" id="{EC7F413A-BEFA-C6ED-34D9-98988763376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
        <p:nvSpPr>
          <p:cNvPr id="21" name="3. Content Placeholder">
            <a:extLst>
              <a:ext uri="{FF2B5EF4-FFF2-40B4-BE49-F238E27FC236}">
                <a16:creationId xmlns:a16="http://schemas.microsoft.com/office/drawing/2014/main" id="{79000776-6FDA-FB49-9239-188832AB7082}"/>
              </a:ext>
            </a:extLst>
          </p:cNvPr>
          <p:cNvSpPr>
            <a:spLocks noGrp="1"/>
          </p:cNvSpPr>
          <p:nvPr>
            <p:ph sz="half" idx="1"/>
          </p:nvPr>
        </p:nvSpPr>
        <p:spPr>
          <a:xfrm>
            <a:off x="502920" y="1310641"/>
            <a:ext cx="10515600" cy="437896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2" name="2. Title Placeholder">
            <a:extLst>
              <a:ext uri="{FF2B5EF4-FFF2-40B4-BE49-F238E27FC236}">
                <a16:creationId xmlns:a16="http://schemas.microsoft.com/office/drawing/2014/main" id="{225D9904-7AA2-396F-0F75-33E10EDC8560}"/>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3" name="1. Accent Copy Placeholder">
            <a:extLst>
              <a:ext uri="{FF2B5EF4-FFF2-40B4-BE49-F238E27FC236}">
                <a16:creationId xmlns:a16="http://schemas.microsoft.com/office/drawing/2014/main" id="{923FEFC2-131D-938E-706B-C951F300E060}"/>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3388910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pic>
        <p:nvPicPr>
          <p:cNvPr id="8" name="9. Logo">
            <a:extLst>
              <a:ext uri="{FF2B5EF4-FFF2-40B4-BE49-F238E27FC236}">
                <a16:creationId xmlns:a16="http://schemas.microsoft.com/office/drawing/2014/main" id="{BB8CBEBB-355F-B915-9AAB-E1D88DE7CDA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
        <p:nvSpPr>
          <p:cNvPr id="24" name="8. Subcopy Placeholder (3) ">
            <a:extLst>
              <a:ext uri="{FF2B5EF4-FFF2-40B4-BE49-F238E27FC236}">
                <a16:creationId xmlns:a16="http://schemas.microsoft.com/office/drawing/2014/main" id="{0A17905D-F51A-30CC-0BA6-B4F831B3520A}"/>
              </a:ext>
            </a:extLst>
          </p:cNvPr>
          <p:cNvSpPr>
            <a:spLocks noGrp="1"/>
          </p:cNvSpPr>
          <p:nvPr>
            <p:ph type="body" sz="quarter" idx="18" hasCustomPrompt="1"/>
          </p:nvPr>
        </p:nvSpPr>
        <p:spPr>
          <a:xfrm>
            <a:off x="8703981" y="4352341"/>
            <a:ext cx="2520475" cy="981075"/>
          </a:xfrm>
        </p:spPr>
        <p:txBody>
          <a:bodyPr>
            <a:noAutofit/>
          </a:bodyPr>
          <a:lstStyle>
            <a:lvl1pPr marL="0" indent="0">
              <a:buNone/>
              <a:defRPr sz="1400" b="0" i="0">
                <a:latin typeface="Arial" panose="020B0604020202020204" pitchFamily="34" charset="0"/>
              </a:defRPr>
            </a:lvl1pPr>
          </a:lstStyle>
          <a:p>
            <a:r>
              <a:rPr lang="en-GB">
                <a:solidFill>
                  <a:srgbClr val="FFFFFF"/>
                </a:solidFill>
                <a:effectLst/>
                <a:latin typeface="Helvetica" pitchFamily="2" charset="0"/>
              </a:rPr>
              <a:t>Insert sub copy here.</a:t>
            </a:r>
          </a:p>
        </p:txBody>
      </p:sp>
      <p:sp>
        <p:nvSpPr>
          <p:cNvPr id="12" name="7. Content Placeholder (3)">
            <a:extLst>
              <a:ext uri="{FF2B5EF4-FFF2-40B4-BE49-F238E27FC236}">
                <a16:creationId xmlns:a16="http://schemas.microsoft.com/office/drawing/2014/main" id="{C651A730-60BC-CA78-B014-ED8DF9AF1AD0}"/>
              </a:ext>
            </a:extLst>
          </p:cNvPr>
          <p:cNvSpPr>
            <a:spLocks noGrp="1"/>
          </p:cNvSpPr>
          <p:nvPr>
            <p:ph sz="half" idx="16"/>
          </p:nvPr>
        </p:nvSpPr>
        <p:spPr>
          <a:xfrm>
            <a:off x="8714257" y="1637090"/>
            <a:ext cx="2520000" cy="2520000"/>
          </a:xfrm>
          <a:prstGeom prst="rect">
            <a:avLst/>
          </a:prstGeom>
        </p:spPr>
        <p:txBody>
          <a:bodyPr>
            <a:normAutofit/>
          </a:bodyPr>
          <a:lstStyle>
            <a:lvl1pPr>
              <a:defRPr sz="1600"/>
            </a:lvl1pPr>
          </a:lstStyle>
          <a:p>
            <a:pPr lvl="0"/>
            <a:r>
              <a:rPr lang="en-GB"/>
              <a:t>Click to edit Master text styles</a:t>
            </a:r>
          </a:p>
        </p:txBody>
      </p:sp>
      <p:sp>
        <p:nvSpPr>
          <p:cNvPr id="23" name="6. Subcopy Placeholder (2) ">
            <a:extLst>
              <a:ext uri="{FF2B5EF4-FFF2-40B4-BE49-F238E27FC236}">
                <a16:creationId xmlns:a16="http://schemas.microsoft.com/office/drawing/2014/main" id="{37B33D86-DE28-EC52-465E-8255E4707291}"/>
              </a:ext>
            </a:extLst>
          </p:cNvPr>
          <p:cNvSpPr>
            <a:spLocks noGrp="1"/>
          </p:cNvSpPr>
          <p:nvPr>
            <p:ph type="body" sz="quarter" idx="17" hasCustomPrompt="1"/>
          </p:nvPr>
        </p:nvSpPr>
        <p:spPr>
          <a:xfrm>
            <a:off x="4835999" y="4352341"/>
            <a:ext cx="2520475" cy="981075"/>
          </a:xfrm>
        </p:spPr>
        <p:txBody>
          <a:bodyPr>
            <a:noAutofit/>
          </a:bodyPr>
          <a:lstStyle>
            <a:lvl1pPr marL="0" indent="0">
              <a:buNone/>
              <a:defRPr sz="1400" b="0" i="0">
                <a:latin typeface="Arial" panose="020B0604020202020204" pitchFamily="34" charset="0"/>
              </a:defRPr>
            </a:lvl1pPr>
          </a:lstStyle>
          <a:p>
            <a:r>
              <a:rPr lang="en-GB">
                <a:solidFill>
                  <a:srgbClr val="FFFFFF"/>
                </a:solidFill>
                <a:effectLst/>
                <a:latin typeface="Helvetica" pitchFamily="2" charset="0"/>
              </a:rPr>
              <a:t>Insert sub copy here.</a:t>
            </a:r>
          </a:p>
        </p:txBody>
      </p:sp>
      <p:sp>
        <p:nvSpPr>
          <p:cNvPr id="11" name="5. Content Placeholder (2)">
            <a:extLst>
              <a:ext uri="{FF2B5EF4-FFF2-40B4-BE49-F238E27FC236}">
                <a16:creationId xmlns:a16="http://schemas.microsoft.com/office/drawing/2014/main" id="{DF752712-A8DC-64A7-2F58-D93C2487498D}"/>
              </a:ext>
            </a:extLst>
          </p:cNvPr>
          <p:cNvSpPr>
            <a:spLocks noGrp="1"/>
          </p:cNvSpPr>
          <p:nvPr>
            <p:ph sz="half" idx="15"/>
          </p:nvPr>
        </p:nvSpPr>
        <p:spPr>
          <a:xfrm>
            <a:off x="4836000" y="1637090"/>
            <a:ext cx="2520000" cy="2520000"/>
          </a:xfrm>
          <a:prstGeom prst="rect">
            <a:avLst/>
          </a:prstGeom>
        </p:spPr>
        <p:txBody>
          <a:bodyPr>
            <a:normAutofit/>
          </a:bodyPr>
          <a:lstStyle>
            <a:lvl1pPr>
              <a:defRPr sz="1600"/>
            </a:lvl1pPr>
          </a:lstStyle>
          <a:p>
            <a:pPr lvl="0"/>
            <a:r>
              <a:rPr lang="en-GB"/>
              <a:t>Click to edit Master text styles</a:t>
            </a:r>
          </a:p>
        </p:txBody>
      </p:sp>
      <p:sp>
        <p:nvSpPr>
          <p:cNvPr id="15" name="4. Subcopy Placeholder (1)">
            <a:extLst>
              <a:ext uri="{FF2B5EF4-FFF2-40B4-BE49-F238E27FC236}">
                <a16:creationId xmlns:a16="http://schemas.microsoft.com/office/drawing/2014/main" id="{60F9FCEE-C471-7A79-A8A9-88AA385E96B6}"/>
              </a:ext>
            </a:extLst>
          </p:cNvPr>
          <p:cNvSpPr>
            <a:spLocks noGrp="1"/>
          </p:cNvSpPr>
          <p:nvPr>
            <p:ph type="subTitle" idx="1" hasCustomPrompt="1"/>
          </p:nvPr>
        </p:nvSpPr>
        <p:spPr>
          <a:xfrm>
            <a:off x="968019" y="4351119"/>
            <a:ext cx="2520000" cy="982297"/>
          </a:xfrm>
          <a:prstGeom prst="rect">
            <a:avLst/>
          </a:prstGeom>
        </p:spPr>
        <p:txBody>
          <a:bodyPr>
            <a:normAutofit/>
          </a:bodyPr>
          <a:lstStyle>
            <a:lvl1pPr marL="0" indent="0" algn="l">
              <a:lnSpc>
                <a:spcPct val="100000"/>
              </a:lnSpc>
              <a:spcBef>
                <a:spcPts val="0"/>
              </a:spcBef>
              <a:buNone/>
              <a:defRPr sz="1400" b="0" i="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solidFill>
                  <a:srgbClr val="FFFFFF"/>
                </a:solidFill>
                <a:effectLst/>
                <a:latin typeface="Helvetica" pitchFamily="2" charset="0"/>
              </a:rPr>
              <a:t>Insert sub copy here.</a:t>
            </a:r>
          </a:p>
        </p:txBody>
      </p:sp>
      <p:sp>
        <p:nvSpPr>
          <p:cNvPr id="10" name="3. Content Placeholder (1)">
            <a:extLst>
              <a:ext uri="{FF2B5EF4-FFF2-40B4-BE49-F238E27FC236}">
                <a16:creationId xmlns:a16="http://schemas.microsoft.com/office/drawing/2014/main" id="{59C91A75-C9DD-4FA0-B4EA-0D1F56F343DA}"/>
              </a:ext>
            </a:extLst>
          </p:cNvPr>
          <p:cNvSpPr>
            <a:spLocks noGrp="1"/>
          </p:cNvSpPr>
          <p:nvPr>
            <p:ph sz="half" idx="14"/>
          </p:nvPr>
        </p:nvSpPr>
        <p:spPr>
          <a:xfrm>
            <a:off x="968019" y="1636464"/>
            <a:ext cx="2520000" cy="2520000"/>
          </a:xfrm>
          <a:prstGeom prst="rect">
            <a:avLst/>
          </a:prstGeom>
        </p:spPr>
        <p:txBody>
          <a:bodyPr>
            <a:normAutofit/>
          </a:bodyPr>
          <a:lstStyle>
            <a:lvl1pPr>
              <a:defRPr sz="1600"/>
            </a:lvl1pPr>
          </a:lstStyle>
          <a:p>
            <a:pPr lvl="0"/>
            <a:r>
              <a:rPr lang="en-GB"/>
              <a:t>Click to edit Master text styles</a:t>
            </a:r>
          </a:p>
        </p:txBody>
      </p:sp>
      <p:sp>
        <p:nvSpPr>
          <p:cNvPr id="14" name="2. Title Placeholder">
            <a:extLst>
              <a:ext uri="{FF2B5EF4-FFF2-40B4-BE49-F238E27FC236}">
                <a16:creationId xmlns:a16="http://schemas.microsoft.com/office/drawing/2014/main" id="{3D9C0F31-2805-855F-1AAD-42ED3EF9F81E}"/>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2C8975AC-4527-5C5B-36DF-82091AFE502D}"/>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3599305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pic>
        <p:nvPicPr>
          <p:cNvPr id="8" name="13. Logo">
            <a:extLst>
              <a:ext uri="{FF2B5EF4-FFF2-40B4-BE49-F238E27FC236}">
                <a16:creationId xmlns:a16="http://schemas.microsoft.com/office/drawing/2014/main" id="{BB8CBEBB-355F-B915-9AAB-E1D88DE7CDA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
        <p:nvSpPr>
          <p:cNvPr id="24" name="12. Subtitle Placeholder (5) ">
            <a:extLst>
              <a:ext uri="{FF2B5EF4-FFF2-40B4-BE49-F238E27FC236}">
                <a16:creationId xmlns:a16="http://schemas.microsoft.com/office/drawing/2014/main" id="{0A17905D-F51A-30CC-0BA6-B4F831B3520A}"/>
              </a:ext>
            </a:extLst>
          </p:cNvPr>
          <p:cNvSpPr>
            <a:spLocks noGrp="1"/>
          </p:cNvSpPr>
          <p:nvPr>
            <p:ph type="body" sz="quarter" idx="18" hasCustomPrompt="1"/>
          </p:nvPr>
        </p:nvSpPr>
        <p:spPr>
          <a:xfrm>
            <a:off x="9381803" y="4184005"/>
            <a:ext cx="1897133" cy="1066088"/>
          </a:xfrm>
        </p:spPr>
        <p:txBody>
          <a:bodyPr>
            <a:noAutofit/>
          </a:bodyPr>
          <a:lstStyle>
            <a:lvl1pPr marL="0" indent="0">
              <a:buNone/>
              <a:defRPr sz="1200" b="0" i="0">
                <a:latin typeface="Arial" panose="020B0604020202020204" pitchFamily="34" charset="0"/>
              </a:defRPr>
            </a:lvl1pPr>
          </a:lstStyle>
          <a:p>
            <a:r>
              <a:rPr lang="en-GB">
                <a:solidFill>
                  <a:srgbClr val="FFFFFF"/>
                </a:solidFill>
                <a:effectLst/>
                <a:latin typeface="Helvetica" pitchFamily="2" charset="0"/>
              </a:rPr>
              <a:t>Insert sub copy here.</a:t>
            </a:r>
          </a:p>
        </p:txBody>
      </p:sp>
      <p:sp>
        <p:nvSpPr>
          <p:cNvPr id="12" name="11. Content Placeholder (5)">
            <a:extLst>
              <a:ext uri="{FF2B5EF4-FFF2-40B4-BE49-F238E27FC236}">
                <a16:creationId xmlns:a16="http://schemas.microsoft.com/office/drawing/2014/main" id="{C651A730-60BC-CA78-B014-ED8DF9AF1AD0}"/>
              </a:ext>
            </a:extLst>
          </p:cNvPr>
          <p:cNvSpPr>
            <a:spLocks noGrp="1"/>
          </p:cNvSpPr>
          <p:nvPr>
            <p:ph sz="half" idx="16" hasCustomPrompt="1"/>
          </p:nvPr>
        </p:nvSpPr>
        <p:spPr>
          <a:xfrm>
            <a:off x="9392079" y="1849347"/>
            <a:ext cx="1896775" cy="1896775"/>
          </a:xfrm>
          <a:prstGeom prst="rect">
            <a:avLst/>
          </a:prstGeom>
        </p:spPr>
        <p:txBody>
          <a:bodyPr>
            <a:normAutofit/>
          </a:bodyPr>
          <a:lstStyle>
            <a:lvl1pPr>
              <a:defRPr sz="1400"/>
            </a:lvl1pPr>
          </a:lstStyle>
          <a:p>
            <a:pPr lvl="0"/>
            <a:r>
              <a:rPr lang="en-GB"/>
              <a:t>Click to add text </a:t>
            </a:r>
          </a:p>
        </p:txBody>
      </p:sp>
      <p:sp>
        <p:nvSpPr>
          <p:cNvPr id="18" name="10. Subtitle Placeholder (4)">
            <a:extLst>
              <a:ext uri="{FF2B5EF4-FFF2-40B4-BE49-F238E27FC236}">
                <a16:creationId xmlns:a16="http://schemas.microsoft.com/office/drawing/2014/main" id="{EFA1985C-B897-1EBB-D7AE-F6B55FC6FB48}"/>
              </a:ext>
            </a:extLst>
          </p:cNvPr>
          <p:cNvSpPr>
            <a:spLocks noGrp="1"/>
          </p:cNvSpPr>
          <p:nvPr>
            <p:ph type="body" sz="quarter" idx="22" hasCustomPrompt="1"/>
          </p:nvPr>
        </p:nvSpPr>
        <p:spPr>
          <a:xfrm>
            <a:off x="7176755" y="4184004"/>
            <a:ext cx="1897133" cy="1066089"/>
          </a:xfrm>
        </p:spPr>
        <p:txBody>
          <a:bodyPr>
            <a:noAutofit/>
          </a:bodyPr>
          <a:lstStyle>
            <a:lvl1pPr marL="0" indent="0">
              <a:buNone/>
              <a:defRPr sz="1200" b="0" i="0">
                <a:latin typeface="Arial" panose="020B0604020202020204" pitchFamily="34" charset="0"/>
              </a:defRPr>
            </a:lvl1pPr>
          </a:lstStyle>
          <a:p>
            <a:r>
              <a:rPr lang="en-GB">
                <a:solidFill>
                  <a:srgbClr val="FFFFFF"/>
                </a:solidFill>
                <a:effectLst/>
                <a:latin typeface="Helvetica" pitchFamily="2" charset="0"/>
              </a:rPr>
              <a:t>Insert sub copy here.</a:t>
            </a:r>
          </a:p>
        </p:txBody>
      </p:sp>
      <p:sp>
        <p:nvSpPr>
          <p:cNvPr id="9" name="9. Content Placeholder (4)">
            <a:extLst>
              <a:ext uri="{FF2B5EF4-FFF2-40B4-BE49-F238E27FC236}">
                <a16:creationId xmlns:a16="http://schemas.microsoft.com/office/drawing/2014/main" id="{05474ED5-602A-E527-6F5E-D10046868917}"/>
              </a:ext>
            </a:extLst>
          </p:cNvPr>
          <p:cNvSpPr>
            <a:spLocks noGrp="1"/>
          </p:cNvSpPr>
          <p:nvPr>
            <p:ph sz="half" idx="20" hasCustomPrompt="1"/>
          </p:nvPr>
        </p:nvSpPr>
        <p:spPr>
          <a:xfrm>
            <a:off x="7184550" y="1848721"/>
            <a:ext cx="1896775" cy="1896775"/>
          </a:xfrm>
          <a:prstGeom prst="rect">
            <a:avLst/>
          </a:prstGeom>
        </p:spPr>
        <p:txBody>
          <a:bodyPr>
            <a:normAutofit/>
          </a:bodyPr>
          <a:lstStyle>
            <a:lvl1pPr>
              <a:defRPr sz="1400"/>
            </a:lvl1pPr>
          </a:lstStyle>
          <a:p>
            <a:pPr lvl="0"/>
            <a:r>
              <a:rPr lang="en-GB"/>
              <a:t>Click to add text </a:t>
            </a:r>
          </a:p>
        </p:txBody>
      </p:sp>
      <p:sp>
        <p:nvSpPr>
          <p:cNvPr id="23" name="8. Subtitle Placeholder (3) ">
            <a:extLst>
              <a:ext uri="{FF2B5EF4-FFF2-40B4-BE49-F238E27FC236}">
                <a16:creationId xmlns:a16="http://schemas.microsoft.com/office/drawing/2014/main" id="{37B33D86-DE28-EC52-465E-8255E4707291}"/>
              </a:ext>
            </a:extLst>
          </p:cNvPr>
          <p:cNvSpPr>
            <a:spLocks noGrp="1"/>
          </p:cNvSpPr>
          <p:nvPr>
            <p:ph type="body" sz="quarter" idx="17" hasCustomPrompt="1"/>
          </p:nvPr>
        </p:nvSpPr>
        <p:spPr>
          <a:xfrm>
            <a:off x="4971707" y="4184004"/>
            <a:ext cx="1897133" cy="1066089"/>
          </a:xfrm>
        </p:spPr>
        <p:txBody>
          <a:bodyPr>
            <a:noAutofit/>
          </a:bodyPr>
          <a:lstStyle>
            <a:lvl1pPr marL="0" indent="0">
              <a:buNone/>
              <a:defRPr sz="1200" b="0" i="0">
                <a:latin typeface="Arial" panose="020B0604020202020204" pitchFamily="34" charset="0"/>
              </a:defRPr>
            </a:lvl1pPr>
          </a:lstStyle>
          <a:p>
            <a:r>
              <a:rPr lang="en-GB">
                <a:solidFill>
                  <a:srgbClr val="FFFFFF"/>
                </a:solidFill>
                <a:effectLst/>
                <a:latin typeface="Helvetica" pitchFamily="2" charset="0"/>
              </a:rPr>
              <a:t>Insert sub copy here.</a:t>
            </a:r>
          </a:p>
        </p:txBody>
      </p:sp>
      <p:sp>
        <p:nvSpPr>
          <p:cNvPr id="11" name="7. Content Placeholder (3)">
            <a:extLst>
              <a:ext uri="{FF2B5EF4-FFF2-40B4-BE49-F238E27FC236}">
                <a16:creationId xmlns:a16="http://schemas.microsoft.com/office/drawing/2014/main" id="{DF752712-A8DC-64A7-2F58-D93C2487498D}"/>
              </a:ext>
            </a:extLst>
          </p:cNvPr>
          <p:cNvSpPr>
            <a:spLocks noGrp="1"/>
          </p:cNvSpPr>
          <p:nvPr>
            <p:ph sz="half" idx="15" hasCustomPrompt="1"/>
          </p:nvPr>
        </p:nvSpPr>
        <p:spPr>
          <a:xfrm>
            <a:off x="4977023" y="1849347"/>
            <a:ext cx="1896775" cy="1896775"/>
          </a:xfrm>
          <a:prstGeom prst="rect">
            <a:avLst/>
          </a:prstGeom>
        </p:spPr>
        <p:txBody>
          <a:bodyPr>
            <a:normAutofit/>
          </a:bodyPr>
          <a:lstStyle>
            <a:lvl1pPr>
              <a:defRPr sz="1400"/>
            </a:lvl1pPr>
          </a:lstStyle>
          <a:p>
            <a:pPr lvl="0"/>
            <a:r>
              <a:rPr lang="en-GB"/>
              <a:t>Click to add text </a:t>
            </a:r>
          </a:p>
        </p:txBody>
      </p:sp>
      <p:sp>
        <p:nvSpPr>
          <p:cNvPr id="19" name="6. Subtitle Placeholder (2) ">
            <a:extLst>
              <a:ext uri="{FF2B5EF4-FFF2-40B4-BE49-F238E27FC236}">
                <a16:creationId xmlns:a16="http://schemas.microsoft.com/office/drawing/2014/main" id="{11CDA61C-396F-1EA1-0D50-6BBA625080D5}"/>
              </a:ext>
            </a:extLst>
          </p:cNvPr>
          <p:cNvSpPr>
            <a:spLocks noGrp="1"/>
          </p:cNvSpPr>
          <p:nvPr>
            <p:ph type="body" sz="quarter" idx="23" hasCustomPrompt="1"/>
          </p:nvPr>
        </p:nvSpPr>
        <p:spPr>
          <a:xfrm>
            <a:off x="2766659" y="4184004"/>
            <a:ext cx="1897133" cy="1066089"/>
          </a:xfrm>
        </p:spPr>
        <p:txBody>
          <a:bodyPr>
            <a:noAutofit/>
          </a:bodyPr>
          <a:lstStyle>
            <a:lvl1pPr marL="0" indent="0">
              <a:buNone/>
              <a:defRPr sz="1200" b="0" i="0">
                <a:latin typeface="Arial" panose="020B0604020202020204" pitchFamily="34" charset="0"/>
              </a:defRPr>
            </a:lvl1pPr>
          </a:lstStyle>
          <a:p>
            <a:r>
              <a:rPr lang="en-GB">
                <a:solidFill>
                  <a:srgbClr val="FFFFFF"/>
                </a:solidFill>
                <a:effectLst/>
                <a:latin typeface="Helvetica" pitchFamily="2" charset="0"/>
              </a:rPr>
              <a:t>Insert sub copy here.</a:t>
            </a:r>
          </a:p>
        </p:txBody>
      </p:sp>
      <p:sp>
        <p:nvSpPr>
          <p:cNvPr id="3" name="5. Content Placeholder (2)">
            <a:extLst>
              <a:ext uri="{FF2B5EF4-FFF2-40B4-BE49-F238E27FC236}">
                <a16:creationId xmlns:a16="http://schemas.microsoft.com/office/drawing/2014/main" id="{8656302A-5C3E-50EE-D011-8B3BD34117D1}"/>
              </a:ext>
            </a:extLst>
          </p:cNvPr>
          <p:cNvSpPr>
            <a:spLocks noGrp="1"/>
          </p:cNvSpPr>
          <p:nvPr>
            <p:ph sz="half" idx="19" hasCustomPrompt="1"/>
          </p:nvPr>
        </p:nvSpPr>
        <p:spPr>
          <a:xfrm>
            <a:off x="2769496" y="1848721"/>
            <a:ext cx="1896775" cy="1896775"/>
          </a:xfrm>
          <a:prstGeom prst="rect">
            <a:avLst/>
          </a:prstGeom>
        </p:spPr>
        <p:txBody>
          <a:bodyPr>
            <a:normAutofit/>
          </a:bodyPr>
          <a:lstStyle>
            <a:lvl1pPr>
              <a:defRPr sz="1400"/>
            </a:lvl1pPr>
          </a:lstStyle>
          <a:p>
            <a:pPr lvl="0"/>
            <a:r>
              <a:rPr lang="en-GB"/>
              <a:t>Click to add text </a:t>
            </a:r>
          </a:p>
        </p:txBody>
      </p:sp>
      <p:sp>
        <p:nvSpPr>
          <p:cNvPr id="15" name="4. Subtitle Placeholder (1) ">
            <a:extLst>
              <a:ext uri="{FF2B5EF4-FFF2-40B4-BE49-F238E27FC236}">
                <a16:creationId xmlns:a16="http://schemas.microsoft.com/office/drawing/2014/main" id="{60F9FCEE-C471-7A79-A8A9-88AA385E96B6}"/>
              </a:ext>
            </a:extLst>
          </p:cNvPr>
          <p:cNvSpPr>
            <a:spLocks noGrp="1"/>
          </p:cNvSpPr>
          <p:nvPr>
            <p:ph type="subTitle" idx="1" hasCustomPrompt="1"/>
          </p:nvPr>
        </p:nvSpPr>
        <p:spPr>
          <a:xfrm>
            <a:off x="561968" y="4183085"/>
            <a:ext cx="1896776" cy="1067009"/>
          </a:xfrm>
          <a:prstGeom prst="rect">
            <a:avLst/>
          </a:prstGeom>
        </p:spPr>
        <p:txBody>
          <a:bodyPr>
            <a:normAutofit/>
          </a:bodyPr>
          <a:lstStyle>
            <a:lvl1pPr marL="0" indent="0" algn="l">
              <a:lnSpc>
                <a:spcPct val="100000"/>
              </a:lnSpc>
              <a:spcBef>
                <a:spcPts val="0"/>
              </a:spcBef>
              <a:buNone/>
              <a:defRPr sz="1200" b="0" i="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solidFill>
                  <a:srgbClr val="FFFFFF"/>
                </a:solidFill>
                <a:effectLst/>
                <a:latin typeface="Helvetica" pitchFamily="2" charset="0"/>
              </a:rPr>
              <a:t>Insert sub copy here.</a:t>
            </a:r>
          </a:p>
        </p:txBody>
      </p:sp>
      <p:sp>
        <p:nvSpPr>
          <p:cNvPr id="10" name="3. Content Placeholder (1)">
            <a:extLst>
              <a:ext uri="{FF2B5EF4-FFF2-40B4-BE49-F238E27FC236}">
                <a16:creationId xmlns:a16="http://schemas.microsoft.com/office/drawing/2014/main" id="{59C91A75-C9DD-4FA0-B4EA-0D1F56F343DA}"/>
              </a:ext>
            </a:extLst>
          </p:cNvPr>
          <p:cNvSpPr>
            <a:spLocks noGrp="1"/>
          </p:cNvSpPr>
          <p:nvPr>
            <p:ph sz="half" idx="14" hasCustomPrompt="1"/>
          </p:nvPr>
        </p:nvSpPr>
        <p:spPr>
          <a:xfrm>
            <a:off x="561969" y="1848721"/>
            <a:ext cx="1896775" cy="1896775"/>
          </a:xfrm>
          <a:prstGeom prst="rect">
            <a:avLst/>
          </a:prstGeom>
        </p:spPr>
        <p:txBody>
          <a:bodyPr>
            <a:normAutofit/>
          </a:bodyPr>
          <a:lstStyle>
            <a:lvl1pPr>
              <a:defRPr sz="1400"/>
            </a:lvl1pPr>
          </a:lstStyle>
          <a:p>
            <a:pPr lvl="0"/>
            <a:r>
              <a:rPr lang="en-GB"/>
              <a:t>Click to add text </a:t>
            </a:r>
          </a:p>
        </p:txBody>
      </p:sp>
      <p:sp>
        <p:nvSpPr>
          <p:cNvPr id="14" name="2. Title Placeholder">
            <a:extLst>
              <a:ext uri="{FF2B5EF4-FFF2-40B4-BE49-F238E27FC236}">
                <a16:creationId xmlns:a16="http://schemas.microsoft.com/office/drawing/2014/main" id="{3D9C0F31-2805-855F-1AAD-42ED3EF9F81E}"/>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2C8975AC-4527-5C5B-36DF-82091AFE502D}"/>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3037813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3. Logo">
            <a:extLst>
              <a:ext uri="{FF2B5EF4-FFF2-40B4-BE49-F238E27FC236}">
                <a16:creationId xmlns:a16="http://schemas.microsoft.com/office/drawing/2014/main" id="{E91636C4-D5EE-EAF8-561E-CE359C60712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
        <p:nvSpPr>
          <p:cNvPr id="10" name="2. Title Placeholder">
            <a:extLst>
              <a:ext uri="{FF2B5EF4-FFF2-40B4-BE49-F238E27FC236}">
                <a16:creationId xmlns:a16="http://schemas.microsoft.com/office/drawing/2014/main" id="{D5F7B9A0-DAE3-C350-D76B-69F54C16A959}"/>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710752BE-F424-F8D5-5781-FE1DA5F92861}"/>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616563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6" name="1. Logo">
            <a:extLst>
              <a:ext uri="{FF2B5EF4-FFF2-40B4-BE49-F238E27FC236}">
                <a16:creationId xmlns:a16="http://schemas.microsoft.com/office/drawing/2014/main" id="{E91636C4-D5EE-EAF8-561E-CE359C60712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Tree>
    <p:extLst>
      <p:ext uri="{BB962C8B-B14F-4D97-AF65-F5344CB8AC3E}">
        <p14:creationId xmlns:p14="http://schemas.microsoft.com/office/powerpoint/2010/main" val="204122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5" name="4. Logo">
            <a:extLst>
              <a:ext uri="{FF2B5EF4-FFF2-40B4-BE49-F238E27FC236}">
                <a16:creationId xmlns:a16="http://schemas.microsoft.com/office/drawing/2014/main" id="{EC7F413A-BEFA-C6ED-34D9-98988763376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
        <p:nvSpPr>
          <p:cNvPr id="21" name="3. Content placeholder">
            <a:extLst>
              <a:ext uri="{FF2B5EF4-FFF2-40B4-BE49-F238E27FC236}">
                <a16:creationId xmlns:a16="http://schemas.microsoft.com/office/drawing/2014/main" id="{79000776-6FDA-FB49-9239-188832AB7082}"/>
              </a:ext>
            </a:extLst>
          </p:cNvPr>
          <p:cNvSpPr>
            <a:spLocks noGrp="1"/>
          </p:cNvSpPr>
          <p:nvPr>
            <p:ph sz="half" idx="1"/>
          </p:nvPr>
        </p:nvSpPr>
        <p:spPr>
          <a:xfrm>
            <a:off x="502920" y="1310641"/>
            <a:ext cx="10515600" cy="437896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2" name="2. Title Placeholder">
            <a:extLst>
              <a:ext uri="{FF2B5EF4-FFF2-40B4-BE49-F238E27FC236}">
                <a16:creationId xmlns:a16="http://schemas.microsoft.com/office/drawing/2014/main" id="{225D9904-7AA2-396F-0F75-33E10EDC8560}"/>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D8574BF3-47F2-BE49-AEFF-0EAD75B541A3}"/>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4116989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8" name="5. Logo">
            <a:extLst>
              <a:ext uri="{FF2B5EF4-FFF2-40B4-BE49-F238E27FC236}">
                <a16:creationId xmlns:a16="http://schemas.microsoft.com/office/drawing/2014/main" id="{BB8CBEBB-355F-B915-9AAB-E1D88DE7CDA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
        <p:nvSpPr>
          <p:cNvPr id="17" name="4. Content Placeholder (2)">
            <a:extLst>
              <a:ext uri="{FF2B5EF4-FFF2-40B4-BE49-F238E27FC236}">
                <a16:creationId xmlns:a16="http://schemas.microsoft.com/office/drawing/2014/main" id="{17B265FD-59C8-F243-F2B9-C772E46D169F}"/>
              </a:ext>
            </a:extLst>
          </p:cNvPr>
          <p:cNvSpPr>
            <a:spLocks noGrp="1"/>
          </p:cNvSpPr>
          <p:nvPr>
            <p:ph sz="half" idx="2"/>
          </p:nvPr>
        </p:nvSpPr>
        <p:spPr>
          <a:xfrm>
            <a:off x="5836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3. Content Placeholder (1)">
            <a:extLst>
              <a:ext uri="{FF2B5EF4-FFF2-40B4-BE49-F238E27FC236}">
                <a16:creationId xmlns:a16="http://schemas.microsoft.com/office/drawing/2014/main" id="{EBF3E1A1-7743-1E1A-2D7C-5201F6AFAF51}"/>
              </a:ext>
            </a:extLst>
          </p:cNvPr>
          <p:cNvSpPr>
            <a:spLocks noGrp="1"/>
          </p:cNvSpPr>
          <p:nvPr>
            <p:ph sz="half" idx="1"/>
          </p:nvPr>
        </p:nvSpPr>
        <p:spPr>
          <a:xfrm>
            <a:off x="502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2. Title Placeholder">
            <a:extLst>
              <a:ext uri="{FF2B5EF4-FFF2-40B4-BE49-F238E27FC236}">
                <a16:creationId xmlns:a16="http://schemas.microsoft.com/office/drawing/2014/main" id="{3D9C0F31-2805-855F-1AAD-42ED3EF9F81E}"/>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82AA8CAC-CE27-AB1C-F59C-8C8017010429}"/>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2931181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2" name="4. Logo">
            <a:extLst>
              <a:ext uri="{FF2B5EF4-FFF2-40B4-BE49-F238E27FC236}">
                <a16:creationId xmlns:a16="http://schemas.microsoft.com/office/drawing/2014/main" id="{F59573C0-1F6E-DFB0-0D61-5F74874611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35021" y="5787179"/>
            <a:ext cx="1954059" cy="567738"/>
          </a:xfrm>
          <a:prstGeom prst="rect">
            <a:avLst/>
          </a:prstGeom>
        </p:spPr>
      </p:pic>
      <p:sp>
        <p:nvSpPr>
          <p:cNvPr id="21" name="3. Content Placeholder ">
            <a:extLst>
              <a:ext uri="{FF2B5EF4-FFF2-40B4-BE49-F238E27FC236}">
                <a16:creationId xmlns:a16="http://schemas.microsoft.com/office/drawing/2014/main" id="{79000776-6FDA-FB49-9239-188832AB7082}"/>
              </a:ext>
            </a:extLst>
          </p:cNvPr>
          <p:cNvSpPr>
            <a:spLocks noGrp="1"/>
          </p:cNvSpPr>
          <p:nvPr>
            <p:ph sz="half" idx="1"/>
          </p:nvPr>
        </p:nvSpPr>
        <p:spPr>
          <a:xfrm>
            <a:off x="502920" y="1310641"/>
            <a:ext cx="10515600" cy="437896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2" name="2. Title Placeholder">
            <a:extLst>
              <a:ext uri="{FF2B5EF4-FFF2-40B4-BE49-F238E27FC236}">
                <a16:creationId xmlns:a16="http://schemas.microsoft.com/office/drawing/2014/main" id="{225D9904-7AA2-396F-0F75-33E10EDC8560}"/>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3" name="1. Accent Copy Placeholder">
            <a:extLst>
              <a:ext uri="{FF2B5EF4-FFF2-40B4-BE49-F238E27FC236}">
                <a16:creationId xmlns:a16="http://schemas.microsoft.com/office/drawing/2014/main" id="{74499774-6AA3-F589-0A9A-821A001F6682}"/>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935690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pic>
        <p:nvPicPr>
          <p:cNvPr id="8" name="5. Logo">
            <a:extLst>
              <a:ext uri="{FF2B5EF4-FFF2-40B4-BE49-F238E27FC236}">
                <a16:creationId xmlns:a16="http://schemas.microsoft.com/office/drawing/2014/main" id="{BB8CBEBB-355F-B915-9AAB-E1D88DE7CDA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35021" y="5787179"/>
            <a:ext cx="1954059" cy="567738"/>
          </a:xfrm>
          <a:prstGeom prst="rect">
            <a:avLst/>
          </a:prstGeom>
        </p:spPr>
      </p:pic>
      <p:sp>
        <p:nvSpPr>
          <p:cNvPr id="16" name="4. Content Placeholder (2)">
            <a:extLst>
              <a:ext uri="{FF2B5EF4-FFF2-40B4-BE49-F238E27FC236}">
                <a16:creationId xmlns:a16="http://schemas.microsoft.com/office/drawing/2014/main" id="{EBF3E1A1-7743-1E1A-2D7C-5201F6AFAF51}"/>
              </a:ext>
            </a:extLst>
          </p:cNvPr>
          <p:cNvSpPr>
            <a:spLocks noGrp="1"/>
          </p:cNvSpPr>
          <p:nvPr>
            <p:ph sz="half" idx="1"/>
          </p:nvPr>
        </p:nvSpPr>
        <p:spPr>
          <a:xfrm>
            <a:off x="502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3. Content Placeholder (1)">
            <a:extLst>
              <a:ext uri="{FF2B5EF4-FFF2-40B4-BE49-F238E27FC236}">
                <a16:creationId xmlns:a16="http://schemas.microsoft.com/office/drawing/2014/main" id="{17B265FD-59C8-F243-F2B9-C772E46D169F}"/>
              </a:ext>
            </a:extLst>
          </p:cNvPr>
          <p:cNvSpPr>
            <a:spLocks noGrp="1"/>
          </p:cNvSpPr>
          <p:nvPr>
            <p:ph sz="half" idx="2"/>
          </p:nvPr>
        </p:nvSpPr>
        <p:spPr>
          <a:xfrm>
            <a:off x="5836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2. Title Placeholder">
            <a:extLst>
              <a:ext uri="{FF2B5EF4-FFF2-40B4-BE49-F238E27FC236}">
                <a16:creationId xmlns:a16="http://schemas.microsoft.com/office/drawing/2014/main" id="{3D9C0F31-2805-855F-1AAD-42ED3EF9F81E}"/>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9E17D6ED-714F-C4D3-B47D-A2A66C66E621}"/>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3608880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pic>
        <p:nvPicPr>
          <p:cNvPr id="2" name="3. Logo">
            <a:extLst>
              <a:ext uri="{FF2B5EF4-FFF2-40B4-BE49-F238E27FC236}">
                <a16:creationId xmlns:a16="http://schemas.microsoft.com/office/drawing/2014/main" id="{B56B5658-9066-6B42-2495-40DA1674896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35021" y="5787179"/>
            <a:ext cx="1954059" cy="567738"/>
          </a:xfrm>
          <a:prstGeom prst="rect">
            <a:avLst/>
          </a:prstGeom>
        </p:spPr>
      </p:pic>
      <p:sp>
        <p:nvSpPr>
          <p:cNvPr id="10" name="2. Title Placeholder">
            <a:extLst>
              <a:ext uri="{FF2B5EF4-FFF2-40B4-BE49-F238E27FC236}">
                <a16:creationId xmlns:a16="http://schemas.microsoft.com/office/drawing/2014/main" id="{D5F7B9A0-DAE3-C350-D76B-69F54C16A959}"/>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3" name="1. Accent Copy Placeholder">
            <a:extLst>
              <a:ext uri="{FF2B5EF4-FFF2-40B4-BE49-F238E27FC236}">
                <a16:creationId xmlns:a16="http://schemas.microsoft.com/office/drawing/2014/main" id="{8404D26C-435B-06ED-1B87-DBF87D370832}"/>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621728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pic>
        <p:nvPicPr>
          <p:cNvPr id="2" name="1. Logo">
            <a:extLst>
              <a:ext uri="{FF2B5EF4-FFF2-40B4-BE49-F238E27FC236}">
                <a16:creationId xmlns:a16="http://schemas.microsoft.com/office/drawing/2014/main" id="{85F4E244-E32F-5A57-3D27-69349C663A67}"/>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35021" y="5787179"/>
            <a:ext cx="1954059" cy="567738"/>
          </a:xfrm>
          <a:prstGeom prst="rect">
            <a:avLst/>
          </a:prstGeom>
        </p:spPr>
      </p:pic>
    </p:spTree>
    <p:extLst>
      <p:ext uri="{BB962C8B-B14F-4D97-AF65-F5344CB8AC3E}">
        <p14:creationId xmlns:p14="http://schemas.microsoft.com/office/powerpoint/2010/main" val="2667390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49621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rk Divider Slide - 1">
    <p:spTree>
      <p:nvGrpSpPr>
        <p:cNvPr id="1" name=""/>
        <p:cNvGrpSpPr/>
        <p:nvPr/>
      </p:nvGrpSpPr>
      <p:grpSpPr>
        <a:xfrm>
          <a:off x="0" y="0"/>
          <a:ext cx="0" cy="0"/>
          <a:chOff x="0" y="0"/>
          <a:chExt cx="0" cy="0"/>
        </a:xfrm>
      </p:grpSpPr>
      <p:pic>
        <p:nvPicPr>
          <p:cNvPr id="6" name="4. Logo">
            <a:extLst>
              <a:ext uri="{FF2B5EF4-FFF2-40B4-BE49-F238E27FC236}">
                <a16:creationId xmlns:a16="http://schemas.microsoft.com/office/drawing/2014/main" id="{9E830DC3-EB81-6CBE-5D45-B3CCDF98F71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35020" y="617736"/>
            <a:ext cx="1954059" cy="567738"/>
          </a:xfrm>
          <a:prstGeom prst="rect">
            <a:avLst/>
          </a:prstGeom>
        </p:spPr>
      </p:pic>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3852863"/>
            <a:ext cx="12192000" cy="3005137"/>
          </a:xfrm>
        </p:spPr>
        <p:txBody>
          <a:bodyPr/>
          <a:lstStyle/>
          <a:p>
            <a:r>
              <a:rPr lang="en-GB"/>
              <a:t>Click icon to add picture</a:t>
            </a:r>
            <a:endParaRPr lang="en-US"/>
          </a:p>
        </p:txBody>
      </p:sp>
      <p:sp>
        <p:nvSpPr>
          <p:cNvPr id="7" name="2. Subtitle Placeholder">
            <a:extLst>
              <a:ext uri="{FF2B5EF4-FFF2-40B4-BE49-F238E27FC236}">
                <a16:creationId xmlns:a16="http://schemas.microsoft.com/office/drawing/2014/main" id="{5100865E-5051-867A-F0B7-9292EDC1A753}"/>
              </a:ext>
            </a:extLst>
          </p:cNvPr>
          <p:cNvSpPr>
            <a:spLocks noGrp="1"/>
          </p:cNvSpPr>
          <p:nvPr>
            <p:ph type="subTitle" idx="1" hasCustomPrompt="1"/>
          </p:nvPr>
        </p:nvSpPr>
        <p:spPr>
          <a:xfrm>
            <a:off x="406400" y="2059593"/>
            <a:ext cx="6353996" cy="1369407"/>
          </a:xfrm>
          <a:prstGeom prst="rect">
            <a:avLst/>
          </a:prstGeom>
        </p:spPr>
        <p:txBody>
          <a:bodyPr>
            <a:normAutofit/>
          </a:bodyPr>
          <a:lstStyle>
            <a:lvl1pPr marL="0" indent="0" algn="l">
              <a:lnSpc>
                <a:spcPct val="100000"/>
              </a:lnSpc>
              <a:spcBef>
                <a:spcPts val="0"/>
              </a:spcBef>
              <a:buNone/>
              <a:defRPr sz="2000" b="0" i="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solidFill>
                  <a:srgbClr val="FFFFFF"/>
                </a:solidFill>
                <a:effectLst/>
                <a:latin typeface="Helvetica" pitchFamily="2" charset="0"/>
              </a:rPr>
              <a:t>Insert sub copy here.</a:t>
            </a:r>
          </a:p>
        </p:txBody>
      </p:sp>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406400" y="617736"/>
            <a:ext cx="6353996" cy="1505895"/>
          </a:xfrm>
          <a:prstGeom prst="rect">
            <a:avLst/>
          </a:prstGeom>
        </p:spPr>
        <p:txBody>
          <a:bodyPr anchor="b"/>
          <a:lstStyle>
            <a:lvl1pPr algn="l">
              <a:lnSpc>
                <a:spcPts val="5400"/>
              </a:lnSpc>
              <a:defRPr sz="6000"/>
            </a:lvl1pPr>
          </a:lstStyle>
          <a:p>
            <a:r>
              <a:rPr lang="en-GB"/>
              <a:t>Insert </a:t>
            </a:r>
            <a:br>
              <a:rPr lang="en-GB"/>
            </a:br>
            <a:r>
              <a:rPr lang="en-GB"/>
              <a:t>headline here.</a:t>
            </a:r>
            <a:endParaRPr lang="en-US"/>
          </a:p>
        </p:txBody>
      </p:sp>
    </p:spTree>
    <p:extLst>
      <p:ext uri="{BB962C8B-B14F-4D97-AF65-F5344CB8AC3E}">
        <p14:creationId xmlns:p14="http://schemas.microsoft.com/office/powerpoint/2010/main" val="1867673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ark Divider Slide - 2">
    <p:spTree>
      <p:nvGrpSpPr>
        <p:cNvPr id="1" name=""/>
        <p:cNvGrpSpPr/>
        <p:nvPr/>
      </p:nvGrpSpPr>
      <p:grpSpPr>
        <a:xfrm>
          <a:off x="0" y="0"/>
          <a:ext cx="0" cy="0"/>
          <a:chOff x="0" y="0"/>
          <a:chExt cx="0" cy="0"/>
        </a:xfrm>
      </p:grpSpPr>
      <p:pic>
        <p:nvPicPr>
          <p:cNvPr id="4" name="4. Logo">
            <a:extLst>
              <a:ext uri="{FF2B5EF4-FFF2-40B4-BE49-F238E27FC236}">
                <a16:creationId xmlns:a16="http://schemas.microsoft.com/office/drawing/2014/main" id="{3687793A-A511-5610-0CB0-AA06AF8E2A0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6400" y="5787179"/>
            <a:ext cx="1954059" cy="567738"/>
          </a:xfrm>
          <a:prstGeom prst="rect">
            <a:avLst/>
          </a:prstGeom>
        </p:spPr>
      </p:pic>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6407650" y="1"/>
            <a:ext cx="5784349" cy="6858000"/>
          </a:xfrm>
        </p:spPr>
        <p:txBody>
          <a:bodyPr/>
          <a:lstStyle/>
          <a:p>
            <a:r>
              <a:rPr lang="en-GB"/>
              <a:t>Click icon to add picture</a:t>
            </a:r>
            <a:endParaRPr lang="en-US"/>
          </a:p>
        </p:txBody>
      </p:sp>
      <p:sp>
        <p:nvSpPr>
          <p:cNvPr id="8" name="2. Subtitle Placeholder">
            <a:extLst>
              <a:ext uri="{FF2B5EF4-FFF2-40B4-BE49-F238E27FC236}">
                <a16:creationId xmlns:a16="http://schemas.microsoft.com/office/drawing/2014/main" id="{F1BF5AB1-F146-83EF-D63E-DD9EA52569A8}"/>
              </a:ext>
            </a:extLst>
          </p:cNvPr>
          <p:cNvSpPr>
            <a:spLocks noGrp="1"/>
          </p:cNvSpPr>
          <p:nvPr>
            <p:ph type="subTitle" idx="1" hasCustomPrompt="1"/>
          </p:nvPr>
        </p:nvSpPr>
        <p:spPr>
          <a:xfrm>
            <a:off x="406400" y="3707702"/>
            <a:ext cx="5377951" cy="1655762"/>
          </a:xfrm>
          <a:prstGeom prst="rect">
            <a:avLst/>
          </a:prstGeom>
        </p:spPr>
        <p:txBody>
          <a:bodyPr>
            <a:normAutofit/>
          </a:bodyPr>
          <a:lstStyle>
            <a:lvl1pPr marL="0" indent="0" algn="l">
              <a:lnSpc>
                <a:spcPct val="100000"/>
              </a:lnSpc>
              <a:spcBef>
                <a:spcPts val="0"/>
              </a:spcBef>
              <a:buNone/>
              <a:defRPr sz="2000" b="0" i="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solidFill>
                  <a:srgbClr val="FFFFFF"/>
                </a:solidFill>
                <a:effectLst/>
                <a:latin typeface="Helvetica" pitchFamily="2" charset="0"/>
              </a:rPr>
              <a:t>Insert sub copy here.</a:t>
            </a:r>
          </a:p>
        </p:txBody>
      </p:sp>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406400" y="1603450"/>
            <a:ext cx="5377951" cy="1680537"/>
          </a:xfrm>
          <a:prstGeom prst="rect">
            <a:avLst/>
          </a:prstGeom>
        </p:spPr>
        <p:txBody>
          <a:bodyPr anchor="b"/>
          <a:lstStyle>
            <a:lvl1pPr algn="l">
              <a:lnSpc>
                <a:spcPts val="5400"/>
              </a:lnSpc>
              <a:defRPr sz="6000"/>
            </a:lvl1pPr>
          </a:lstStyle>
          <a:p>
            <a:r>
              <a:rPr lang="en-GB"/>
              <a:t>Insert </a:t>
            </a:r>
            <a:br>
              <a:rPr lang="en-GB"/>
            </a:br>
            <a:r>
              <a:rPr lang="en-GB"/>
              <a:t>headline here.</a:t>
            </a:r>
            <a:endParaRPr lang="en-US"/>
          </a:p>
        </p:txBody>
      </p:sp>
    </p:spTree>
    <p:extLst>
      <p:ext uri="{BB962C8B-B14F-4D97-AF65-F5344CB8AC3E}">
        <p14:creationId xmlns:p14="http://schemas.microsoft.com/office/powerpoint/2010/main" val="2181772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ark Divider Slide - 3">
    <p:spTree>
      <p:nvGrpSpPr>
        <p:cNvPr id="1" name=""/>
        <p:cNvGrpSpPr/>
        <p:nvPr/>
      </p:nvGrpSpPr>
      <p:grpSpPr>
        <a:xfrm>
          <a:off x="0" y="0"/>
          <a:ext cx="0" cy="0"/>
          <a:chOff x="0" y="0"/>
          <a:chExt cx="0" cy="0"/>
        </a:xfrm>
      </p:grpSpPr>
      <p:pic>
        <p:nvPicPr>
          <p:cNvPr id="6" name="4. Logo">
            <a:extLst>
              <a:ext uri="{FF2B5EF4-FFF2-40B4-BE49-F238E27FC236}">
                <a16:creationId xmlns:a16="http://schemas.microsoft.com/office/drawing/2014/main" id="{E01586DB-4343-A688-E644-4D38C6EAC42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407653" y="5787179"/>
            <a:ext cx="1954059" cy="567738"/>
          </a:xfrm>
          <a:prstGeom prst="rect">
            <a:avLst/>
          </a:prstGeom>
        </p:spPr>
      </p:pic>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1"/>
            <a:ext cx="5784349" cy="6858000"/>
          </a:xfrm>
        </p:spPr>
        <p:txBody>
          <a:bodyPr/>
          <a:lstStyle/>
          <a:p>
            <a:r>
              <a:rPr lang="en-GB"/>
              <a:t>Click icon to add picture</a:t>
            </a:r>
            <a:endParaRPr lang="en-US"/>
          </a:p>
        </p:txBody>
      </p:sp>
      <p:sp>
        <p:nvSpPr>
          <p:cNvPr id="8" name="2. Subtitle Placeholder">
            <a:extLst>
              <a:ext uri="{FF2B5EF4-FFF2-40B4-BE49-F238E27FC236}">
                <a16:creationId xmlns:a16="http://schemas.microsoft.com/office/drawing/2014/main" id="{F1BF5AB1-F146-83EF-D63E-DD9EA52569A8}"/>
              </a:ext>
            </a:extLst>
          </p:cNvPr>
          <p:cNvSpPr>
            <a:spLocks noGrp="1"/>
          </p:cNvSpPr>
          <p:nvPr>
            <p:ph type="subTitle" idx="1" hasCustomPrompt="1"/>
          </p:nvPr>
        </p:nvSpPr>
        <p:spPr>
          <a:xfrm>
            <a:off x="6407653" y="3707702"/>
            <a:ext cx="5377951" cy="1655762"/>
          </a:xfrm>
          <a:prstGeom prst="rect">
            <a:avLst/>
          </a:prstGeom>
        </p:spPr>
        <p:txBody>
          <a:bodyPr>
            <a:normAutofit/>
          </a:bodyPr>
          <a:lstStyle>
            <a:lvl1pPr marL="0" indent="0" algn="l">
              <a:lnSpc>
                <a:spcPct val="100000"/>
              </a:lnSpc>
              <a:spcBef>
                <a:spcPts val="0"/>
              </a:spcBef>
              <a:buNone/>
              <a:defRPr sz="2000" b="0" i="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solidFill>
                  <a:srgbClr val="FFFFFF"/>
                </a:solidFill>
                <a:effectLst/>
                <a:latin typeface="Helvetica" pitchFamily="2" charset="0"/>
              </a:rPr>
              <a:t>Insert sub copy here.</a:t>
            </a:r>
          </a:p>
        </p:txBody>
      </p:sp>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6407653" y="1603450"/>
            <a:ext cx="5377951" cy="1680537"/>
          </a:xfrm>
          <a:prstGeom prst="rect">
            <a:avLst/>
          </a:prstGeom>
        </p:spPr>
        <p:txBody>
          <a:bodyPr anchor="b"/>
          <a:lstStyle>
            <a:lvl1pPr algn="l">
              <a:lnSpc>
                <a:spcPts val="5400"/>
              </a:lnSpc>
              <a:defRPr sz="6000"/>
            </a:lvl1pPr>
          </a:lstStyle>
          <a:p>
            <a:r>
              <a:rPr lang="en-GB"/>
              <a:t>Insert </a:t>
            </a:r>
            <a:br>
              <a:rPr lang="en-GB"/>
            </a:br>
            <a:r>
              <a:rPr lang="en-GB"/>
              <a:t>headline here.</a:t>
            </a:r>
            <a:endParaRPr lang="en-US"/>
          </a:p>
        </p:txBody>
      </p:sp>
    </p:spTree>
    <p:extLst>
      <p:ext uri="{BB962C8B-B14F-4D97-AF65-F5344CB8AC3E}">
        <p14:creationId xmlns:p14="http://schemas.microsoft.com/office/powerpoint/2010/main" val="2896716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ght Title Slide">
    <p:spTree>
      <p:nvGrpSpPr>
        <p:cNvPr id="1" name=""/>
        <p:cNvGrpSpPr/>
        <p:nvPr/>
      </p:nvGrpSpPr>
      <p:grpSpPr>
        <a:xfrm>
          <a:off x="0" y="0"/>
          <a:ext cx="0" cy="0"/>
          <a:chOff x="0" y="0"/>
          <a:chExt cx="0" cy="0"/>
        </a:xfrm>
      </p:grpSpPr>
      <p:pic>
        <p:nvPicPr>
          <p:cNvPr id="7" name="5. Picture">
            <a:extLst>
              <a:ext uri="{FF2B5EF4-FFF2-40B4-BE49-F238E27FC236}">
                <a16:creationId xmlns:a16="http://schemas.microsoft.com/office/drawing/2014/main" id="{C5602FD7-1231-064E-CF9F-7F8C08F8EF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4" name="4. Logo">
            <a:extLst>
              <a:ext uri="{FF2B5EF4-FFF2-40B4-BE49-F238E27FC236}">
                <a16:creationId xmlns:a16="http://schemas.microsoft.com/office/drawing/2014/main" id="{4504F269-56E3-639E-F1B1-41EEC4813B5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06400" y="5787179"/>
            <a:ext cx="1954059" cy="567737"/>
          </a:xfrm>
          <a:prstGeom prst="rect">
            <a:avLst/>
          </a:prstGeom>
        </p:spPr>
      </p:pic>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9144000" cy="1655762"/>
          </a:xfrm>
          <a:prstGeom prst="rect">
            <a:avLst/>
          </a:prstGeom>
        </p:spPr>
        <p:txBody>
          <a:bodyPr>
            <a:normAutofit/>
          </a:bodyPr>
          <a:lstStyle>
            <a:lvl1pPr marL="0" indent="0" algn="l">
              <a:lnSpc>
                <a:spcPct val="10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9144000" cy="2387600"/>
          </a:xfrm>
          <a:prstGeom prst="rect">
            <a:avLst/>
          </a:prstGeom>
        </p:spPr>
        <p:txBody>
          <a:bodyPr anchor="b"/>
          <a:lstStyle>
            <a:lvl1pPr algn="l">
              <a:lnSpc>
                <a:spcPts val="5400"/>
              </a:lnSpc>
              <a:defRPr sz="6000"/>
            </a:lvl1pPr>
          </a:lstStyle>
          <a:p>
            <a:r>
              <a:rPr lang="en-GB"/>
              <a:t>Insert headline here. </a:t>
            </a:r>
            <a:br>
              <a:rPr lang="en-GB"/>
            </a:br>
            <a:r>
              <a:rPr lang="en-GB"/>
              <a:t>Should be between </a:t>
            </a:r>
            <a:br>
              <a:rPr lang="en-GB"/>
            </a:br>
            <a:r>
              <a:rPr lang="en-GB"/>
              <a:t>1-3 lines max. </a:t>
            </a:r>
            <a:endParaRPr lang="en-US"/>
          </a:p>
        </p:txBody>
      </p:sp>
      <p:sp>
        <p:nvSpPr>
          <p:cNvPr id="16" name="1. Section Title Placeholder">
            <a:extLst>
              <a:ext uri="{FF2B5EF4-FFF2-40B4-BE49-F238E27FC236}">
                <a16:creationId xmlns:a16="http://schemas.microsoft.com/office/drawing/2014/main" id="{7CE02850-963E-BCA7-D70C-3BCCF65A0640}"/>
              </a:ext>
            </a:extLst>
          </p:cNvPr>
          <p:cNvSpPr>
            <a:spLocks noGrp="1"/>
          </p:cNvSpPr>
          <p:nvPr>
            <p:ph type="body" idx="10" hasCustomPrompt="1"/>
          </p:nvPr>
        </p:nvSpPr>
        <p:spPr>
          <a:xfrm>
            <a:off x="406400" y="698182"/>
            <a:ext cx="9154160" cy="244682"/>
          </a:xfrm>
          <a:prstGeom prst="rect">
            <a:avLst/>
          </a:prstGeom>
        </p:spPr>
        <p:txBody>
          <a:bodyPr wrap="square">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SECTION TITLE</a:t>
            </a:r>
          </a:p>
        </p:txBody>
      </p:sp>
    </p:spTree>
    <p:extLst>
      <p:ext uri="{BB962C8B-B14F-4D97-AF65-F5344CB8AC3E}">
        <p14:creationId xmlns:p14="http://schemas.microsoft.com/office/powerpoint/2010/main" val="27927270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Title Slide_Image">
    <p:spTree>
      <p:nvGrpSpPr>
        <p:cNvPr id="1" name=""/>
        <p:cNvGrpSpPr/>
        <p:nvPr/>
      </p:nvGrpSpPr>
      <p:grpSpPr>
        <a:xfrm>
          <a:off x="0" y="0"/>
          <a:ext cx="0" cy="0"/>
          <a:chOff x="0" y="0"/>
          <a:chExt cx="0" cy="0"/>
        </a:xfrm>
      </p:grpSpPr>
      <p:pic>
        <p:nvPicPr>
          <p:cNvPr id="7" name="6. Background">
            <a:extLst>
              <a:ext uri="{FF2B5EF4-FFF2-40B4-BE49-F238E27FC236}">
                <a16:creationId xmlns:a16="http://schemas.microsoft.com/office/drawing/2014/main" id="{C5602FD7-1231-064E-CF9F-7F8C08F8EF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89600" cy="6856650"/>
          </a:xfrm>
          <a:prstGeom prst="rect">
            <a:avLst/>
          </a:prstGeom>
        </p:spPr>
      </p:pic>
      <p:pic>
        <p:nvPicPr>
          <p:cNvPr id="11" name="5. Logo">
            <a:extLst>
              <a:ext uri="{FF2B5EF4-FFF2-40B4-BE49-F238E27FC236}">
                <a16:creationId xmlns:a16="http://schemas.microsoft.com/office/drawing/2014/main" id="{57E62669-0C8C-8C81-1274-25D65572689A}"/>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06400" y="5787179"/>
            <a:ext cx="1954059" cy="567737"/>
          </a:xfrm>
          <a:prstGeom prst="rect">
            <a:avLst/>
          </a:prstGeom>
        </p:spPr>
      </p:pic>
      <p:sp>
        <p:nvSpPr>
          <p:cNvPr id="10" name="4. Picture Placeholder">
            <a:extLst>
              <a:ext uri="{FF2B5EF4-FFF2-40B4-BE49-F238E27FC236}">
                <a16:creationId xmlns:a16="http://schemas.microsoft.com/office/drawing/2014/main" id="{C992F3AA-2026-24C9-831B-F66B099808AB}"/>
              </a:ext>
            </a:extLst>
          </p:cNvPr>
          <p:cNvSpPr>
            <a:spLocks noGrp="1"/>
          </p:cNvSpPr>
          <p:nvPr>
            <p:ph type="pic" idx="11" hasCustomPrompt="1"/>
          </p:nvPr>
        </p:nvSpPr>
        <p:spPr>
          <a:xfrm>
            <a:off x="7656738" y="0"/>
            <a:ext cx="4542379" cy="6858000"/>
          </a:xfrm>
          <a:custGeom>
            <a:avLst/>
            <a:gdLst>
              <a:gd name="connsiteX0" fmla="*/ 1896887 w 4542379"/>
              <a:gd name="connsiteY0" fmla="*/ 0 h 6858000"/>
              <a:gd name="connsiteX1" fmla="*/ 4542379 w 4542379"/>
              <a:gd name="connsiteY1" fmla="*/ 0 h 6858000"/>
              <a:gd name="connsiteX2" fmla="*/ 4542379 w 4542379"/>
              <a:gd name="connsiteY2" fmla="*/ 6858000 h 6858000"/>
              <a:gd name="connsiteX3" fmla="*/ 2609965 w 4542379"/>
              <a:gd name="connsiteY3" fmla="*/ 6858000 h 6858000"/>
              <a:gd name="connsiteX4" fmla="*/ 0 w 4542379"/>
              <a:gd name="connsiteY4" fmla="*/ 177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2379" h="6858000">
                <a:moveTo>
                  <a:pt x="1896887" y="0"/>
                </a:moveTo>
                <a:lnTo>
                  <a:pt x="4542379" y="0"/>
                </a:lnTo>
                <a:lnTo>
                  <a:pt x="4542379" y="6858000"/>
                </a:lnTo>
                <a:lnTo>
                  <a:pt x="2609965" y="6858000"/>
                </a:lnTo>
                <a:lnTo>
                  <a:pt x="0" y="1778000"/>
                </a:lnTo>
                <a:close/>
              </a:path>
            </a:pathLst>
          </a:custGeom>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15" name="3. Subtitle Placeholder">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406400" y="3707702"/>
            <a:ext cx="9144000" cy="1655762"/>
          </a:xfrm>
          <a:prstGeom prst="rect">
            <a:avLst/>
          </a:prstGeom>
        </p:spPr>
        <p:txBody>
          <a:bodyPr>
            <a:normAutofit/>
          </a:bodyPr>
          <a:lstStyle>
            <a:lvl1pPr marL="0" indent="0" algn="l">
              <a:lnSpc>
                <a:spcPct val="10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2" name="2. Title Placeholder">
            <a:extLst>
              <a:ext uri="{FF2B5EF4-FFF2-40B4-BE49-F238E27FC236}">
                <a16:creationId xmlns:a16="http://schemas.microsoft.com/office/drawing/2014/main" id="{8CC78C08-B324-DDE3-8FA4-2E0FECB9847B}"/>
              </a:ext>
            </a:extLst>
          </p:cNvPr>
          <p:cNvSpPr>
            <a:spLocks noGrp="1"/>
          </p:cNvSpPr>
          <p:nvPr>
            <p:ph type="ctrTitle" hasCustomPrompt="1"/>
          </p:nvPr>
        </p:nvSpPr>
        <p:spPr>
          <a:xfrm>
            <a:off x="406400" y="1274763"/>
            <a:ext cx="9144000" cy="2387600"/>
          </a:xfrm>
          <a:prstGeom prst="rect">
            <a:avLst/>
          </a:prstGeom>
        </p:spPr>
        <p:txBody>
          <a:bodyPr anchor="b"/>
          <a:lstStyle>
            <a:lvl1pPr algn="l">
              <a:lnSpc>
                <a:spcPts val="5400"/>
              </a:lnSpc>
              <a:defRPr sz="6000"/>
            </a:lvl1pPr>
          </a:lstStyle>
          <a:p>
            <a:r>
              <a:rPr lang="en-GB"/>
              <a:t>Insert headline here. </a:t>
            </a:r>
            <a:br>
              <a:rPr lang="en-GB"/>
            </a:br>
            <a:r>
              <a:rPr lang="en-GB"/>
              <a:t>Should be between </a:t>
            </a:r>
            <a:br>
              <a:rPr lang="en-GB"/>
            </a:br>
            <a:r>
              <a:rPr lang="en-GB"/>
              <a:t>1-3 lines max. </a:t>
            </a:r>
            <a:endParaRPr lang="en-US"/>
          </a:p>
        </p:txBody>
      </p:sp>
      <p:sp>
        <p:nvSpPr>
          <p:cNvPr id="3" name="1. Section Title Placeholder">
            <a:extLst>
              <a:ext uri="{FF2B5EF4-FFF2-40B4-BE49-F238E27FC236}">
                <a16:creationId xmlns:a16="http://schemas.microsoft.com/office/drawing/2014/main" id="{9AA4F300-E495-F297-DBF6-81920AD6E66B}"/>
              </a:ext>
            </a:extLst>
          </p:cNvPr>
          <p:cNvSpPr>
            <a:spLocks noGrp="1"/>
          </p:cNvSpPr>
          <p:nvPr>
            <p:ph type="body" idx="10" hasCustomPrompt="1"/>
          </p:nvPr>
        </p:nvSpPr>
        <p:spPr>
          <a:xfrm>
            <a:off x="406400" y="698182"/>
            <a:ext cx="9154160" cy="244682"/>
          </a:xfrm>
          <a:prstGeom prst="rect">
            <a:avLst/>
          </a:prstGeom>
        </p:spPr>
        <p:txBody>
          <a:bodyPr wrap="square">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SECTION TITLE</a:t>
            </a:r>
          </a:p>
        </p:txBody>
      </p:sp>
    </p:spTree>
    <p:extLst>
      <p:ext uri="{BB962C8B-B14F-4D97-AF65-F5344CB8AC3E}">
        <p14:creationId xmlns:p14="http://schemas.microsoft.com/office/powerpoint/2010/main" val="4189653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2" name="4. Logo">
            <a:extLst>
              <a:ext uri="{FF2B5EF4-FFF2-40B4-BE49-F238E27FC236}">
                <a16:creationId xmlns:a16="http://schemas.microsoft.com/office/drawing/2014/main" id="{CF67140E-3A47-D241-7182-3577AE6E834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9" name="3. Content Placeholder">
            <a:extLst>
              <a:ext uri="{FF2B5EF4-FFF2-40B4-BE49-F238E27FC236}">
                <a16:creationId xmlns:a16="http://schemas.microsoft.com/office/drawing/2014/main" id="{B5A082DC-9190-CE12-A89B-DEAF24BD59FB}"/>
              </a:ext>
            </a:extLst>
          </p:cNvPr>
          <p:cNvSpPr>
            <a:spLocks noGrp="1"/>
          </p:cNvSpPr>
          <p:nvPr>
            <p:ph sz="half" idx="1"/>
          </p:nvPr>
        </p:nvSpPr>
        <p:spPr>
          <a:xfrm>
            <a:off x="502920" y="1310641"/>
            <a:ext cx="10515600" cy="437896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2. Title Placeholder">
            <a:extLst>
              <a:ext uri="{FF2B5EF4-FFF2-40B4-BE49-F238E27FC236}">
                <a16:creationId xmlns:a16="http://schemas.microsoft.com/office/drawing/2014/main" id="{6D2C9649-E817-6113-49C1-5EBD81E09935}"/>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15" name="1. Accent Copy Placeholder">
            <a:extLst>
              <a:ext uri="{FF2B5EF4-FFF2-40B4-BE49-F238E27FC236}">
                <a16:creationId xmlns:a16="http://schemas.microsoft.com/office/drawing/2014/main" id="{557561D6-159E-FCBC-EAD3-DCD31BFEE6F4}"/>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321757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5. Logo">
            <a:extLst>
              <a:ext uri="{FF2B5EF4-FFF2-40B4-BE49-F238E27FC236}">
                <a16:creationId xmlns:a16="http://schemas.microsoft.com/office/drawing/2014/main" id="{A515ED49-4E96-5229-9B8D-AF4FBD70AE0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3" name="4. Content Placeholder (2)">
            <a:extLst>
              <a:ext uri="{FF2B5EF4-FFF2-40B4-BE49-F238E27FC236}">
                <a16:creationId xmlns:a16="http://schemas.microsoft.com/office/drawing/2014/main" id="{53C047A4-2E76-022B-2525-898053FDCC63}"/>
              </a:ext>
            </a:extLst>
          </p:cNvPr>
          <p:cNvSpPr>
            <a:spLocks noGrp="1"/>
          </p:cNvSpPr>
          <p:nvPr>
            <p:ph sz="half" idx="11" hasCustomPrompt="1"/>
          </p:nvPr>
        </p:nvSpPr>
        <p:spPr>
          <a:xfrm>
            <a:off x="6103620" y="1310641"/>
            <a:ext cx="5181600" cy="4378959"/>
          </a:xfrm>
          <a:prstGeom prst="rect">
            <a:avLst/>
          </a:prstGeom>
        </p:spPr>
        <p:txBody>
          <a:bodyPr>
            <a:normAutofit/>
          </a:bodyPr>
          <a:lstStyle>
            <a:lvl1pPr>
              <a:defRPr sz="2400"/>
            </a:lvl1pPr>
            <a:lvl2pPr>
              <a:defRPr sz="1400"/>
            </a:lvl2pPr>
            <a:lvl3pPr>
              <a:defRPr sz="1200"/>
            </a:lvl3pPr>
            <a:lvl4pPr>
              <a:defRPr sz="1100"/>
            </a:lvl4pPr>
            <a:lvl5pPr>
              <a:defRPr sz="1100"/>
            </a:lvl5pPr>
          </a:lstStyle>
          <a:p>
            <a:pPr lvl="0"/>
            <a:r>
              <a:rPr lang="en-US"/>
              <a:t>Click to add text</a:t>
            </a:r>
          </a:p>
        </p:txBody>
      </p:sp>
      <p:sp>
        <p:nvSpPr>
          <p:cNvPr id="17" name="3. Content Placeholder (1)">
            <a:extLst>
              <a:ext uri="{FF2B5EF4-FFF2-40B4-BE49-F238E27FC236}">
                <a16:creationId xmlns:a16="http://schemas.microsoft.com/office/drawing/2014/main" id="{11254375-EF80-738D-E998-C0B2F39CB8FE}"/>
              </a:ext>
            </a:extLst>
          </p:cNvPr>
          <p:cNvSpPr>
            <a:spLocks noGrp="1"/>
          </p:cNvSpPr>
          <p:nvPr>
            <p:ph sz="half" idx="1" hasCustomPrompt="1"/>
          </p:nvPr>
        </p:nvSpPr>
        <p:spPr>
          <a:xfrm>
            <a:off x="502920" y="1310641"/>
            <a:ext cx="5181600" cy="4378959"/>
          </a:xfrm>
          <a:prstGeom prst="rect">
            <a:avLst/>
          </a:prstGeom>
        </p:spPr>
        <p:txBody>
          <a:bodyPr>
            <a:normAutofit/>
          </a:bodyPr>
          <a:lstStyle>
            <a:lvl1pPr>
              <a:defRPr sz="2400"/>
            </a:lvl1pPr>
            <a:lvl2pPr>
              <a:defRPr sz="1400"/>
            </a:lvl2pPr>
            <a:lvl3pPr>
              <a:defRPr sz="1200"/>
            </a:lvl3pPr>
            <a:lvl4pPr>
              <a:defRPr sz="1100"/>
            </a:lvl4pPr>
            <a:lvl5pPr>
              <a:defRPr sz="1100"/>
            </a:lvl5pPr>
          </a:lstStyle>
          <a:p>
            <a:pPr lvl="0"/>
            <a:r>
              <a:rPr lang="en-US"/>
              <a:t>Click to add text</a:t>
            </a:r>
          </a:p>
        </p:txBody>
      </p:sp>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5A211E00-435D-6B93-A948-8B711ACD8468}"/>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15197407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pic>
        <p:nvPicPr>
          <p:cNvPr id="8" name="9. Logo">
            <a:extLst>
              <a:ext uri="{FF2B5EF4-FFF2-40B4-BE49-F238E27FC236}">
                <a16:creationId xmlns:a16="http://schemas.microsoft.com/office/drawing/2014/main" id="{A515ED49-4E96-5229-9B8D-AF4FBD70AE0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16" name="8. Text Box Placeholder (3)">
            <a:extLst>
              <a:ext uri="{FF2B5EF4-FFF2-40B4-BE49-F238E27FC236}">
                <a16:creationId xmlns:a16="http://schemas.microsoft.com/office/drawing/2014/main" id="{D584B818-73B8-22FE-5635-36F576CEABCF}"/>
              </a:ext>
            </a:extLst>
          </p:cNvPr>
          <p:cNvSpPr>
            <a:spLocks noGrp="1"/>
          </p:cNvSpPr>
          <p:nvPr>
            <p:ph type="body" sz="quarter" idx="21" hasCustomPrompt="1"/>
          </p:nvPr>
        </p:nvSpPr>
        <p:spPr>
          <a:xfrm>
            <a:off x="8713782" y="4400389"/>
            <a:ext cx="2520475" cy="981075"/>
          </a:xfrm>
        </p:spPr>
        <p:txBody>
          <a:bodyPr>
            <a:noAutofit/>
          </a:bodyPr>
          <a:lstStyle>
            <a:lvl1pPr marL="0" indent="0">
              <a:lnSpc>
                <a:spcPct val="100000"/>
              </a:lnSpc>
              <a:buNone/>
              <a:defRPr sz="1400"/>
            </a:lvl1pPr>
          </a:lstStyle>
          <a:p>
            <a:r>
              <a:rPr lang="en-GB"/>
              <a:t>Insert sub copy here.</a:t>
            </a:r>
          </a:p>
        </p:txBody>
      </p:sp>
      <p:sp>
        <p:nvSpPr>
          <p:cNvPr id="9" name="7. Content Placeholder (3)">
            <a:extLst>
              <a:ext uri="{FF2B5EF4-FFF2-40B4-BE49-F238E27FC236}">
                <a16:creationId xmlns:a16="http://schemas.microsoft.com/office/drawing/2014/main" id="{5565E762-8883-AB43-D811-12B759024A9D}"/>
              </a:ext>
            </a:extLst>
          </p:cNvPr>
          <p:cNvSpPr>
            <a:spLocks noGrp="1"/>
          </p:cNvSpPr>
          <p:nvPr>
            <p:ph sz="half" idx="16"/>
          </p:nvPr>
        </p:nvSpPr>
        <p:spPr>
          <a:xfrm>
            <a:off x="8714257" y="1637090"/>
            <a:ext cx="2520000" cy="2520000"/>
          </a:xfrm>
          <a:prstGeom prst="rect">
            <a:avLst/>
          </a:prstGeom>
        </p:spPr>
        <p:txBody>
          <a:bodyPr>
            <a:normAutofit/>
          </a:bodyPr>
          <a:lstStyle>
            <a:lvl1pPr>
              <a:defRPr sz="1600"/>
            </a:lvl1pPr>
          </a:lstStyle>
          <a:p>
            <a:pPr lvl="0"/>
            <a:endParaRPr lang="en-US"/>
          </a:p>
        </p:txBody>
      </p:sp>
      <p:sp>
        <p:nvSpPr>
          <p:cNvPr id="13" name="6. Text Box Placeholder (2)">
            <a:extLst>
              <a:ext uri="{FF2B5EF4-FFF2-40B4-BE49-F238E27FC236}">
                <a16:creationId xmlns:a16="http://schemas.microsoft.com/office/drawing/2014/main" id="{005774E2-5CA0-1157-5F43-7B5C9996EFC0}"/>
              </a:ext>
            </a:extLst>
          </p:cNvPr>
          <p:cNvSpPr>
            <a:spLocks noGrp="1"/>
          </p:cNvSpPr>
          <p:nvPr>
            <p:ph type="body" sz="quarter" idx="19" hasCustomPrompt="1"/>
          </p:nvPr>
        </p:nvSpPr>
        <p:spPr>
          <a:xfrm>
            <a:off x="4835525" y="4351119"/>
            <a:ext cx="2520950" cy="1014413"/>
          </a:xfrm>
        </p:spPr>
        <p:txBody>
          <a:bodyPr>
            <a:noAutofit/>
          </a:bodyPr>
          <a:lstStyle>
            <a:lvl1pPr>
              <a:lnSpc>
                <a:spcPct val="100000"/>
              </a:lnSpc>
              <a:defRPr sz="1400"/>
            </a:lvl1pPr>
          </a:lstStyle>
          <a:p>
            <a:r>
              <a:rPr lang="en-GB"/>
              <a:t>Insert sub copy here.</a:t>
            </a:r>
          </a:p>
        </p:txBody>
      </p:sp>
      <p:sp>
        <p:nvSpPr>
          <p:cNvPr id="4" name="5. Content Placeholder (2)">
            <a:extLst>
              <a:ext uri="{FF2B5EF4-FFF2-40B4-BE49-F238E27FC236}">
                <a16:creationId xmlns:a16="http://schemas.microsoft.com/office/drawing/2014/main" id="{A2B13861-080E-609A-01A7-5EDC25A0B0FF}"/>
              </a:ext>
            </a:extLst>
          </p:cNvPr>
          <p:cNvSpPr>
            <a:spLocks noGrp="1"/>
          </p:cNvSpPr>
          <p:nvPr>
            <p:ph sz="half" idx="15"/>
          </p:nvPr>
        </p:nvSpPr>
        <p:spPr>
          <a:xfrm>
            <a:off x="4836000" y="1637090"/>
            <a:ext cx="2520000" cy="2520000"/>
          </a:xfrm>
          <a:prstGeom prst="rect">
            <a:avLst/>
          </a:prstGeom>
        </p:spPr>
        <p:txBody>
          <a:bodyPr>
            <a:normAutofit/>
          </a:bodyPr>
          <a:lstStyle>
            <a:lvl1pPr>
              <a:defRPr sz="1600"/>
            </a:lvl1pPr>
          </a:lstStyle>
          <a:p>
            <a:pPr lvl="0"/>
            <a:endParaRPr lang="en-US"/>
          </a:p>
        </p:txBody>
      </p:sp>
      <p:sp>
        <p:nvSpPr>
          <p:cNvPr id="15" name="4. Text Box Placeholder (1)">
            <a:extLst>
              <a:ext uri="{FF2B5EF4-FFF2-40B4-BE49-F238E27FC236}">
                <a16:creationId xmlns:a16="http://schemas.microsoft.com/office/drawing/2014/main" id="{6D6CB8B4-9C8E-A2FA-558C-30A5D0827004}"/>
              </a:ext>
            </a:extLst>
          </p:cNvPr>
          <p:cNvSpPr>
            <a:spLocks noGrp="1"/>
          </p:cNvSpPr>
          <p:nvPr>
            <p:ph type="body" sz="quarter" idx="20" hasCustomPrompt="1"/>
          </p:nvPr>
        </p:nvSpPr>
        <p:spPr>
          <a:xfrm>
            <a:off x="967069" y="4351119"/>
            <a:ext cx="2520950" cy="1014413"/>
          </a:xfrm>
        </p:spPr>
        <p:txBody>
          <a:bodyPr>
            <a:noAutofit/>
          </a:bodyPr>
          <a:lstStyle>
            <a:lvl1pPr>
              <a:lnSpc>
                <a:spcPct val="100000"/>
              </a:lnSpc>
              <a:defRPr sz="1400"/>
            </a:lvl1pPr>
          </a:lstStyle>
          <a:p>
            <a:r>
              <a:rPr lang="en-GB"/>
              <a:t>Insert sub copy here.</a:t>
            </a:r>
          </a:p>
        </p:txBody>
      </p:sp>
      <p:sp>
        <p:nvSpPr>
          <p:cNvPr id="3" name="3. Content Placeholder (1)">
            <a:extLst>
              <a:ext uri="{FF2B5EF4-FFF2-40B4-BE49-F238E27FC236}">
                <a16:creationId xmlns:a16="http://schemas.microsoft.com/office/drawing/2014/main" id="{A162B99D-4A4D-B778-5FD2-9F4A22B0B3AA}"/>
              </a:ext>
            </a:extLst>
          </p:cNvPr>
          <p:cNvSpPr>
            <a:spLocks noGrp="1"/>
          </p:cNvSpPr>
          <p:nvPr>
            <p:ph sz="half" idx="14"/>
          </p:nvPr>
        </p:nvSpPr>
        <p:spPr>
          <a:xfrm>
            <a:off x="968019" y="1636464"/>
            <a:ext cx="2520000" cy="2520000"/>
          </a:xfrm>
          <a:prstGeom prst="rect">
            <a:avLst/>
          </a:prstGeom>
        </p:spPr>
        <p:txBody>
          <a:bodyPr>
            <a:normAutofit/>
          </a:bodyPr>
          <a:lstStyle>
            <a:lvl1pPr>
              <a:defRPr sz="1600"/>
            </a:lvl1pPr>
          </a:lstStyle>
          <a:p>
            <a:pPr lvl="0"/>
            <a:endParaRPr lang="en-US"/>
          </a:p>
        </p:txBody>
      </p:sp>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5A211E00-435D-6B93-A948-8B711ACD8468}"/>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40103545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pic>
        <p:nvPicPr>
          <p:cNvPr id="8" name="13. Logo">
            <a:extLst>
              <a:ext uri="{FF2B5EF4-FFF2-40B4-BE49-F238E27FC236}">
                <a16:creationId xmlns:a16="http://schemas.microsoft.com/office/drawing/2014/main" id="{A515ED49-4E96-5229-9B8D-AF4FBD70AE0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25" name="12. Text Box Placeholder (5)">
            <a:extLst>
              <a:ext uri="{FF2B5EF4-FFF2-40B4-BE49-F238E27FC236}">
                <a16:creationId xmlns:a16="http://schemas.microsoft.com/office/drawing/2014/main" id="{5B5E5E04-BF9B-D216-4E82-268B505C7762}"/>
              </a:ext>
            </a:extLst>
          </p:cNvPr>
          <p:cNvSpPr>
            <a:spLocks noGrp="1"/>
          </p:cNvSpPr>
          <p:nvPr>
            <p:ph type="body" sz="quarter" idx="18" hasCustomPrompt="1"/>
          </p:nvPr>
        </p:nvSpPr>
        <p:spPr>
          <a:xfrm>
            <a:off x="9381803" y="4184005"/>
            <a:ext cx="1897133" cy="1066088"/>
          </a:xfrm>
        </p:spPr>
        <p:txBody>
          <a:bodyPr>
            <a:noAutofit/>
          </a:bodyPr>
          <a:lstStyle>
            <a:lvl1pPr marL="0" indent="0">
              <a:lnSpc>
                <a:spcPct val="100000"/>
              </a:lnSpc>
              <a:buNone/>
              <a:defRPr sz="1200"/>
            </a:lvl1pPr>
          </a:lstStyle>
          <a:p>
            <a:r>
              <a:rPr lang="en-GB"/>
              <a:t>Insert sub copy here.</a:t>
            </a:r>
            <a:br>
              <a:rPr lang="en-GB"/>
            </a:br>
            <a:endParaRPr lang="en-GB"/>
          </a:p>
        </p:txBody>
      </p:sp>
      <p:sp>
        <p:nvSpPr>
          <p:cNvPr id="22" name="11. Content Placeholder (5)">
            <a:extLst>
              <a:ext uri="{FF2B5EF4-FFF2-40B4-BE49-F238E27FC236}">
                <a16:creationId xmlns:a16="http://schemas.microsoft.com/office/drawing/2014/main" id="{501AC7BA-028D-FEB6-5469-48EC7AAA9B8E}"/>
              </a:ext>
            </a:extLst>
          </p:cNvPr>
          <p:cNvSpPr>
            <a:spLocks noGrp="1"/>
          </p:cNvSpPr>
          <p:nvPr>
            <p:ph sz="half" idx="16" hasCustomPrompt="1"/>
          </p:nvPr>
        </p:nvSpPr>
        <p:spPr>
          <a:xfrm>
            <a:off x="9392079" y="1849347"/>
            <a:ext cx="1896775" cy="1896775"/>
          </a:xfrm>
          <a:prstGeom prst="rect">
            <a:avLst/>
          </a:prstGeom>
        </p:spPr>
        <p:txBody>
          <a:bodyPr>
            <a:normAutofit/>
          </a:bodyPr>
          <a:lstStyle>
            <a:lvl1pPr>
              <a:defRPr sz="1400"/>
            </a:lvl1pPr>
          </a:lstStyle>
          <a:p>
            <a:pPr lvl="0"/>
            <a:r>
              <a:rPr lang="en-GB"/>
              <a:t>Click to add text </a:t>
            </a:r>
          </a:p>
        </p:txBody>
      </p:sp>
      <p:sp>
        <p:nvSpPr>
          <p:cNvPr id="28" name="10. Text Box Placeholder (4)">
            <a:extLst>
              <a:ext uri="{FF2B5EF4-FFF2-40B4-BE49-F238E27FC236}">
                <a16:creationId xmlns:a16="http://schemas.microsoft.com/office/drawing/2014/main" id="{2CB0A589-1B39-6BFD-833F-C261B79EAB53}"/>
              </a:ext>
            </a:extLst>
          </p:cNvPr>
          <p:cNvSpPr>
            <a:spLocks noGrp="1"/>
          </p:cNvSpPr>
          <p:nvPr>
            <p:ph type="body" sz="quarter" idx="22" hasCustomPrompt="1"/>
          </p:nvPr>
        </p:nvSpPr>
        <p:spPr>
          <a:xfrm>
            <a:off x="7176755" y="4184004"/>
            <a:ext cx="1897133" cy="1066089"/>
          </a:xfrm>
        </p:spPr>
        <p:txBody>
          <a:bodyPr>
            <a:noAutofit/>
          </a:bodyPr>
          <a:lstStyle>
            <a:lvl1pPr marL="0" indent="0">
              <a:lnSpc>
                <a:spcPct val="100000"/>
              </a:lnSpc>
              <a:buNone/>
              <a:defRPr sz="1200"/>
            </a:lvl1pPr>
          </a:lstStyle>
          <a:p>
            <a:r>
              <a:rPr lang="en-GB"/>
              <a:t>Insert sub copy here.</a:t>
            </a:r>
            <a:br>
              <a:rPr lang="en-GB"/>
            </a:br>
            <a:endParaRPr lang="en-GB"/>
          </a:p>
        </p:txBody>
      </p:sp>
      <p:sp>
        <p:nvSpPr>
          <p:cNvPr id="27" name="9. Content Placeholder (4)">
            <a:extLst>
              <a:ext uri="{FF2B5EF4-FFF2-40B4-BE49-F238E27FC236}">
                <a16:creationId xmlns:a16="http://schemas.microsoft.com/office/drawing/2014/main" id="{8EE165B9-5F96-8B7D-65E4-952286A84550}"/>
              </a:ext>
            </a:extLst>
          </p:cNvPr>
          <p:cNvSpPr>
            <a:spLocks noGrp="1"/>
          </p:cNvSpPr>
          <p:nvPr>
            <p:ph sz="half" idx="20" hasCustomPrompt="1"/>
          </p:nvPr>
        </p:nvSpPr>
        <p:spPr>
          <a:xfrm>
            <a:off x="7184550" y="1848721"/>
            <a:ext cx="1896775" cy="1896775"/>
          </a:xfrm>
          <a:prstGeom prst="rect">
            <a:avLst/>
          </a:prstGeom>
        </p:spPr>
        <p:txBody>
          <a:bodyPr>
            <a:normAutofit/>
          </a:bodyPr>
          <a:lstStyle>
            <a:lvl1pPr>
              <a:defRPr sz="1400"/>
            </a:lvl1pPr>
          </a:lstStyle>
          <a:p>
            <a:pPr lvl="0"/>
            <a:r>
              <a:rPr lang="en-GB"/>
              <a:t>Click to add text </a:t>
            </a:r>
          </a:p>
        </p:txBody>
      </p:sp>
      <p:sp>
        <p:nvSpPr>
          <p:cNvPr id="24" name="8. Text Box Placeholder (3)">
            <a:extLst>
              <a:ext uri="{FF2B5EF4-FFF2-40B4-BE49-F238E27FC236}">
                <a16:creationId xmlns:a16="http://schemas.microsoft.com/office/drawing/2014/main" id="{B909112F-AF48-4EF8-641A-9B4E54BA7BB7}"/>
              </a:ext>
            </a:extLst>
          </p:cNvPr>
          <p:cNvSpPr>
            <a:spLocks noGrp="1"/>
          </p:cNvSpPr>
          <p:nvPr>
            <p:ph type="body" sz="quarter" idx="17" hasCustomPrompt="1"/>
          </p:nvPr>
        </p:nvSpPr>
        <p:spPr>
          <a:xfrm>
            <a:off x="4971707" y="4184004"/>
            <a:ext cx="1897133" cy="1066089"/>
          </a:xfrm>
        </p:spPr>
        <p:txBody>
          <a:bodyPr>
            <a:noAutofit/>
          </a:bodyPr>
          <a:lstStyle>
            <a:lvl1pPr marL="0" indent="0">
              <a:lnSpc>
                <a:spcPct val="100000"/>
              </a:lnSpc>
              <a:buNone/>
              <a:defRPr sz="1200"/>
            </a:lvl1pPr>
          </a:lstStyle>
          <a:p>
            <a:r>
              <a:rPr lang="en-GB"/>
              <a:t>Insert sub copy here.</a:t>
            </a:r>
            <a:br>
              <a:rPr lang="en-GB"/>
            </a:br>
            <a:endParaRPr lang="en-GB"/>
          </a:p>
        </p:txBody>
      </p:sp>
      <p:sp>
        <p:nvSpPr>
          <p:cNvPr id="21" name="7. Content Placeholder (3)">
            <a:extLst>
              <a:ext uri="{FF2B5EF4-FFF2-40B4-BE49-F238E27FC236}">
                <a16:creationId xmlns:a16="http://schemas.microsoft.com/office/drawing/2014/main" id="{8FD9DC28-9EA2-992D-B120-466FD3C7D2BA}"/>
              </a:ext>
            </a:extLst>
          </p:cNvPr>
          <p:cNvSpPr>
            <a:spLocks noGrp="1"/>
          </p:cNvSpPr>
          <p:nvPr>
            <p:ph sz="half" idx="15" hasCustomPrompt="1"/>
          </p:nvPr>
        </p:nvSpPr>
        <p:spPr>
          <a:xfrm>
            <a:off x="4977023" y="1849347"/>
            <a:ext cx="1896775" cy="1896775"/>
          </a:xfrm>
          <a:prstGeom prst="rect">
            <a:avLst/>
          </a:prstGeom>
        </p:spPr>
        <p:txBody>
          <a:bodyPr>
            <a:normAutofit/>
          </a:bodyPr>
          <a:lstStyle>
            <a:lvl1pPr>
              <a:defRPr sz="1400"/>
            </a:lvl1pPr>
          </a:lstStyle>
          <a:p>
            <a:pPr lvl="0"/>
            <a:r>
              <a:rPr lang="en-GB"/>
              <a:t>Click to add text </a:t>
            </a:r>
          </a:p>
        </p:txBody>
      </p:sp>
      <p:sp>
        <p:nvSpPr>
          <p:cNvPr id="29" name="6. Text Box Placeholder (2)">
            <a:extLst>
              <a:ext uri="{FF2B5EF4-FFF2-40B4-BE49-F238E27FC236}">
                <a16:creationId xmlns:a16="http://schemas.microsoft.com/office/drawing/2014/main" id="{9DD023BB-AE46-F45D-29CA-0FCB3D08B47F}"/>
              </a:ext>
            </a:extLst>
          </p:cNvPr>
          <p:cNvSpPr>
            <a:spLocks noGrp="1"/>
          </p:cNvSpPr>
          <p:nvPr>
            <p:ph type="body" sz="quarter" idx="23" hasCustomPrompt="1"/>
          </p:nvPr>
        </p:nvSpPr>
        <p:spPr>
          <a:xfrm>
            <a:off x="2766659" y="4184004"/>
            <a:ext cx="1897133" cy="1066089"/>
          </a:xfrm>
        </p:spPr>
        <p:txBody>
          <a:bodyPr>
            <a:noAutofit/>
          </a:bodyPr>
          <a:lstStyle>
            <a:lvl1pPr marL="0" indent="0">
              <a:lnSpc>
                <a:spcPct val="100000"/>
              </a:lnSpc>
              <a:buNone/>
              <a:defRPr sz="1200"/>
            </a:lvl1pPr>
          </a:lstStyle>
          <a:p>
            <a:r>
              <a:rPr lang="en-GB"/>
              <a:t>Insert sub copy here.</a:t>
            </a:r>
            <a:br>
              <a:rPr lang="en-GB"/>
            </a:br>
            <a:endParaRPr lang="en-GB"/>
          </a:p>
        </p:txBody>
      </p:sp>
      <p:sp>
        <p:nvSpPr>
          <p:cNvPr id="26" name="5. Content Placeholder (2)">
            <a:extLst>
              <a:ext uri="{FF2B5EF4-FFF2-40B4-BE49-F238E27FC236}">
                <a16:creationId xmlns:a16="http://schemas.microsoft.com/office/drawing/2014/main" id="{ED255895-B113-E401-DA57-AF0B96D19FEF}"/>
              </a:ext>
            </a:extLst>
          </p:cNvPr>
          <p:cNvSpPr>
            <a:spLocks noGrp="1"/>
          </p:cNvSpPr>
          <p:nvPr>
            <p:ph sz="half" idx="19" hasCustomPrompt="1"/>
          </p:nvPr>
        </p:nvSpPr>
        <p:spPr>
          <a:xfrm>
            <a:off x="2769496" y="1848721"/>
            <a:ext cx="1896775" cy="1896775"/>
          </a:xfrm>
          <a:prstGeom prst="rect">
            <a:avLst/>
          </a:prstGeom>
        </p:spPr>
        <p:txBody>
          <a:bodyPr>
            <a:normAutofit/>
          </a:bodyPr>
          <a:lstStyle>
            <a:lvl1pPr>
              <a:defRPr sz="1400"/>
            </a:lvl1pPr>
          </a:lstStyle>
          <a:p>
            <a:pPr lvl="0"/>
            <a:r>
              <a:rPr lang="en-GB"/>
              <a:t>Click to add text </a:t>
            </a:r>
          </a:p>
        </p:txBody>
      </p:sp>
      <p:sp>
        <p:nvSpPr>
          <p:cNvPr id="23" name="4. Text Box Placeholder (1)">
            <a:extLst>
              <a:ext uri="{FF2B5EF4-FFF2-40B4-BE49-F238E27FC236}">
                <a16:creationId xmlns:a16="http://schemas.microsoft.com/office/drawing/2014/main" id="{DE2407FE-66CE-2109-85B0-365DE8CD245C}"/>
              </a:ext>
            </a:extLst>
          </p:cNvPr>
          <p:cNvSpPr>
            <a:spLocks noGrp="1"/>
          </p:cNvSpPr>
          <p:nvPr>
            <p:ph type="subTitle" idx="1" hasCustomPrompt="1"/>
          </p:nvPr>
        </p:nvSpPr>
        <p:spPr>
          <a:xfrm>
            <a:off x="561968" y="4183085"/>
            <a:ext cx="1896776" cy="1067009"/>
          </a:xfrm>
          <a:prstGeom prst="rect">
            <a:avLst/>
          </a:prstGeom>
        </p:spPr>
        <p:txBody>
          <a:bodyPr>
            <a:normAutofit/>
          </a:bodyPr>
          <a:lstStyle>
            <a:lvl1pPr marL="0" indent="0" algn="l">
              <a:lnSpc>
                <a:spcPct val="100000"/>
              </a:lnSpc>
              <a:spcBef>
                <a:spcPts val="0"/>
              </a:spcBef>
              <a:buNone/>
              <a:defRPr sz="1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Insert sub copy here.</a:t>
            </a:r>
            <a:br>
              <a:rPr lang="en-GB"/>
            </a:br>
            <a:endParaRPr lang="en-GB"/>
          </a:p>
        </p:txBody>
      </p:sp>
      <p:sp>
        <p:nvSpPr>
          <p:cNvPr id="20" name="3. Content Placeholder (1)">
            <a:extLst>
              <a:ext uri="{FF2B5EF4-FFF2-40B4-BE49-F238E27FC236}">
                <a16:creationId xmlns:a16="http://schemas.microsoft.com/office/drawing/2014/main" id="{9F858169-0C65-5576-989B-052745F4C06A}"/>
              </a:ext>
            </a:extLst>
          </p:cNvPr>
          <p:cNvSpPr>
            <a:spLocks noGrp="1"/>
          </p:cNvSpPr>
          <p:nvPr>
            <p:ph sz="half" idx="14" hasCustomPrompt="1"/>
          </p:nvPr>
        </p:nvSpPr>
        <p:spPr>
          <a:xfrm>
            <a:off x="561969" y="1848721"/>
            <a:ext cx="1896775" cy="1896775"/>
          </a:xfrm>
          <a:prstGeom prst="rect">
            <a:avLst/>
          </a:prstGeom>
        </p:spPr>
        <p:txBody>
          <a:bodyPr>
            <a:normAutofit/>
          </a:bodyPr>
          <a:lstStyle>
            <a:lvl1pPr>
              <a:defRPr sz="1400"/>
            </a:lvl1pPr>
          </a:lstStyle>
          <a:p>
            <a:pPr lvl="0"/>
            <a:r>
              <a:rPr lang="en-GB"/>
              <a:t>Click to add text </a:t>
            </a:r>
          </a:p>
        </p:txBody>
      </p:sp>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5A211E00-435D-6B93-A948-8B711ACD8468}"/>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755388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3. Logo">
            <a:extLst>
              <a:ext uri="{FF2B5EF4-FFF2-40B4-BE49-F238E27FC236}">
                <a16:creationId xmlns:a16="http://schemas.microsoft.com/office/drawing/2014/main" id="{E1FBAEAF-9083-CEBB-9361-7C295E600C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9" name="2. Title Placeholder">
            <a:extLst>
              <a:ext uri="{FF2B5EF4-FFF2-40B4-BE49-F238E27FC236}">
                <a16:creationId xmlns:a16="http://schemas.microsoft.com/office/drawing/2014/main" id="{D7DD886C-77A4-6C6D-5419-2C4BB7B910DC}"/>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FC5ECFFC-7310-131F-AEA3-3C64F04FBA5B}"/>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25159884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5" name="2. Logo">
            <a:extLst>
              <a:ext uri="{FF2B5EF4-FFF2-40B4-BE49-F238E27FC236}">
                <a16:creationId xmlns:a16="http://schemas.microsoft.com/office/drawing/2014/main" id="{C15C8DC2-5B57-3486-68BE-A9A40B3BDF8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6" name="1. Accent Copy Placeholder">
            <a:extLst>
              <a:ext uri="{FF2B5EF4-FFF2-40B4-BE49-F238E27FC236}">
                <a16:creationId xmlns:a16="http://schemas.microsoft.com/office/drawing/2014/main" id="{94E3430F-8E1C-E744-A66D-6BBE27B55025}"/>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27401399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2" name="4. Logo">
            <a:extLst>
              <a:ext uri="{FF2B5EF4-FFF2-40B4-BE49-F238E27FC236}">
                <a16:creationId xmlns:a16="http://schemas.microsoft.com/office/drawing/2014/main" id="{CF67140E-3A47-D241-7182-3577AE6E834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9" name="3. Content Placeholder">
            <a:extLst>
              <a:ext uri="{FF2B5EF4-FFF2-40B4-BE49-F238E27FC236}">
                <a16:creationId xmlns:a16="http://schemas.microsoft.com/office/drawing/2014/main" id="{B5A082DC-9190-CE12-A89B-DEAF24BD59FB}"/>
              </a:ext>
            </a:extLst>
          </p:cNvPr>
          <p:cNvSpPr>
            <a:spLocks noGrp="1"/>
          </p:cNvSpPr>
          <p:nvPr>
            <p:ph sz="half" idx="1"/>
          </p:nvPr>
        </p:nvSpPr>
        <p:spPr>
          <a:xfrm>
            <a:off x="502920" y="1310641"/>
            <a:ext cx="10515600" cy="437896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2. Title Placeholder">
            <a:extLst>
              <a:ext uri="{FF2B5EF4-FFF2-40B4-BE49-F238E27FC236}">
                <a16:creationId xmlns:a16="http://schemas.microsoft.com/office/drawing/2014/main" id="{6D2C9649-E817-6113-49C1-5EBD81E09935}"/>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5BBFF16D-C28A-2955-58AB-9271F939F9FC}"/>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18025057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8" name="5. Logo">
            <a:extLst>
              <a:ext uri="{FF2B5EF4-FFF2-40B4-BE49-F238E27FC236}">
                <a16:creationId xmlns:a16="http://schemas.microsoft.com/office/drawing/2014/main" id="{A515ED49-4E96-5229-9B8D-AF4FBD70AE0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18" name="4. Content Placeholder (2)">
            <a:extLst>
              <a:ext uri="{FF2B5EF4-FFF2-40B4-BE49-F238E27FC236}">
                <a16:creationId xmlns:a16="http://schemas.microsoft.com/office/drawing/2014/main" id="{084CCB2F-26F1-E1B8-5561-263F115EB15F}"/>
              </a:ext>
            </a:extLst>
          </p:cNvPr>
          <p:cNvSpPr>
            <a:spLocks noGrp="1"/>
          </p:cNvSpPr>
          <p:nvPr>
            <p:ph sz="half" idx="2"/>
          </p:nvPr>
        </p:nvSpPr>
        <p:spPr>
          <a:xfrm>
            <a:off x="5836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3. Content Placeholder (1)">
            <a:extLst>
              <a:ext uri="{FF2B5EF4-FFF2-40B4-BE49-F238E27FC236}">
                <a16:creationId xmlns:a16="http://schemas.microsoft.com/office/drawing/2014/main" id="{11254375-EF80-738D-E998-C0B2F39CB8FE}"/>
              </a:ext>
            </a:extLst>
          </p:cNvPr>
          <p:cNvSpPr>
            <a:spLocks noGrp="1"/>
          </p:cNvSpPr>
          <p:nvPr>
            <p:ph sz="half" idx="1"/>
          </p:nvPr>
        </p:nvSpPr>
        <p:spPr>
          <a:xfrm>
            <a:off x="502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C8731F82-BFA6-B83E-1FEB-574CA6F3D2DA}"/>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3347246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6" name="3. Logo">
            <a:extLst>
              <a:ext uri="{FF2B5EF4-FFF2-40B4-BE49-F238E27FC236}">
                <a16:creationId xmlns:a16="http://schemas.microsoft.com/office/drawing/2014/main" id="{E1FBAEAF-9083-CEBB-9361-7C295E600C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9" name="2. Title Placeholder">
            <a:extLst>
              <a:ext uri="{FF2B5EF4-FFF2-40B4-BE49-F238E27FC236}">
                <a16:creationId xmlns:a16="http://schemas.microsoft.com/office/drawing/2014/main" id="{D7DD886C-77A4-6C6D-5419-2C4BB7B910DC}"/>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699918A8-23A5-FBB4-EC44-436D0872D011}"/>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2362504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5" name="2. Logo">
            <a:extLst>
              <a:ext uri="{FF2B5EF4-FFF2-40B4-BE49-F238E27FC236}">
                <a16:creationId xmlns:a16="http://schemas.microsoft.com/office/drawing/2014/main" id="{C15C8DC2-5B57-3486-68BE-A9A40B3BDF8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400" y="5787179"/>
            <a:ext cx="1954059" cy="567737"/>
          </a:xfrm>
          <a:prstGeom prst="rect">
            <a:avLst/>
          </a:prstGeom>
        </p:spPr>
      </p:pic>
      <p:sp>
        <p:nvSpPr>
          <p:cNvPr id="2" name="1. Accent Copy Placeholder">
            <a:extLst>
              <a:ext uri="{FF2B5EF4-FFF2-40B4-BE49-F238E27FC236}">
                <a16:creationId xmlns:a16="http://schemas.microsoft.com/office/drawing/2014/main" id="{B390F85E-8263-53C7-A6BC-129ED41190D3}"/>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9167680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12" name="4. Logo">
            <a:extLst>
              <a:ext uri="{FF2B5EF4-FFF2-40B4-BE49-F238E27FC236}">
                <a16:creationId xmlns:a16="http://schemas.microsoft.com/office/drawing/2014/main" id="{CF67140E-3A47-D241-7182-3577AE6E834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735021" y="5787179"/>
            <a:ext cx="1954059" cy="567737"/>
          </a:xfrm>
          <a:prstGeom prst="rect">
            <a:avLst/>
          </a:prstGeom>
        </p:spPr>
      </p:pic>
      <p:sp>
        <p:nvSpPr>
          <p:cNvPr id="9" name="3. Content Placeholder">
            <a:extLst>
              <a:ext uri="{FF2B5EF4-FFF2-40B4-BE49-F238E27FC236}">
                <a16:creationId xmlns:a16="http://schemas.microsoft.com/office/drawing/2014/main" id="{B5A082DC-9190-CE12-A89B-DEAF24BD59FB}"/>
              </a:ext>
            </a:extLst>
          </p:cNvPr>
          <p:cNvSpPr>
            <a:spLocks noGrp="1"/>
          </p:cNvSpPr>
          <p:nvPr>
            <p:ph sz="half" idx="1"/>
          </p:nvPr>
        </p:nvSpPr>
        <p:spPr>
          <a:xfrm>
            <a:off x="502920" y="1310641"/>
            <a:ext cx="10515600" cy="437896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2. Title Placeholder">
            <a:extLst>
              <a:ext uri="{FF2B5EF4-FFF2-40B4-BE49-F238E27FC236}">
                <a16:creationId xmlns:a16="http://schemas.microsoft.com/office/drawing/2014/main" id="{6D2C9649-E817-6113-49C1-5EBD81E09935}"/>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2" name="1. Accent Copy Placeholder">
            <a:extLst>
              <a:ext uri="{FF2B5EF4-FFF2-40B4-BE49-F238E27FC236}">
                <a16:creationId xmlns:a16="http://schemas.microsoft.com/office/drawing/2014/main" id="{B413DAF2-44E4-A0EA-D0E1-6085FF53B5EA}"/>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11191001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pic>
        <p:nvPicPr>
          <p:cNvPr id="2" name="5. Logo">
            <a:extLst>
              <a:ext uri="{FF2B5EF4-FFF2-40B4-BE49-F238E27FC236}">
                <a16:creationId xmlns:a16="http://schemas.microsoft.com/office/drawing/2014/main" id="{DF78C408-4BFD-C04C-157F-0FF134553CC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735021" y="5787179"/>
            <a:ext cx="1954059" cy="567737"/>
          </a:xfrm>
          <a:prstGeom prst="rect">
            <a:avLst/>
          </a:prstGeom>
        </p:spPr>
      </p:pic>
      <p:sp>
        <p:nvSpPr>
          <p:cNvPr id="18" name="4. Content Placeholder (2)">
            <a:extLst>
              <a:ext uri="{FF2B5EF4-FFF2-40B4-BE49-F238E27FC236}">
                <a16:creationId xmlns:a16="http://schemas.microsoft.com/office/drawing/2014/main" id="{084CCB2F-26F1-E1B8-5561-263F115EB15F}"/>
              </a:ext>
            </a:extLst>
          </p:cNvPr>
          <p:cNvSpPr>
            <a:spLocks noGrp="1"/>
          </p:cNvSpPr>
          <p:nvPr>
            <p:ph sz="half" idx="2"/>
          </p:nvPr>
        </p:nvSpPr>
        <p:spPr>
          <a:xfrm>
            <a:off x="5836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3. Content Placeholder (1)">
            <a:extLst>
              <a:ext uri="{FF2B5EF4-FFF2-40B4-BE49-F238E27FC236}">
                <a16:creationId xmlns:a16="http://schemas.microsoft.com/office/drawing/2014/main" id="{11254375-EF80-738D-E998-C0B2F39CB8FE}"/>
              </a:ext>
            </a:extLst>
          </p:cNvPr>
          <p:cNvSpPr>
            <a:spLocks noGrp="1"/>
          </p:cNvSpPr>
          <p:nvPr>
            <p:ph sz="half" idx="1"/>
          </p:nvPr>
        </p:nvSpPr>
        <p:spPr>
          <a:xfrm>
            <a:off x="502920" y="1310641"/>
            <a:ext cx="5181600" cy="4378959"/>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2. Title Placeholder">
            <a:extLst>
              <a:ext uri="{FF2B5EF4-FFF2-40B4-BE49-F238E27FC236}">
                <a16:creationId xmlns:a16="http://schemas.microsoft.com/office/drawing/2014/main" id="{8053EF19-8D24-481D-0BDA-F79A2035DF33}"/>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3" name="1. Accent Copy Placeholder">
            <a:extLst>
              <a:ext uri="{FF2B5EF4-FFF2-40B4-BE49-F238E27FC236}">
                <a16:creationId xmlns:a16="http://schemas.microsoft.com/office/drawing/2014/main" id="{12D56AE6-DDF8-D06D-AD98-CB27BA7DE730}"/>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6688851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2" name="3. Logo">
            <a:extLst>
              <a:ext uri="{FF2B5EF4-FFF2-40B4-BE49-F238E27FC236}">
                <a16:creationId xmlns:a16="http://schemas.microsoft.com/office/drawing/2014/main" id="{99E0FE8C-D1D9-F6AC-9883-1142710E70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735021" y="5787179"/>
            <a:ext cx="1954059" cy="567737"/>
          </a:xfrm>
          <a:prstGeom prst="rect">
            <a:avLst/>
          </a:prstGeom>
        </p:spPr>
      </p:pic>
      <p:sp>
        <p:nvSpPr>
          <p:cNvPr id="9" name="2. Title Placeholder">
            <a:extLst>
              <a:ext uri="{FF2B5EF4-FFF2-40B4-BE49-F238E27FC236}">
                <a16:creationId xmlns:a16="http://schemas.microsoft.com/office/drawing/2014/main" id="{D7DD886C-77A4-6C6D-5419-2C4BB7B910DC}"/>
              </a:ext>
            </a:extLst>
          </p:cNvPr>
          <p:cNvSpPr>
            <a:spLocks noGrp="1"/>
          </p:cNvSpPr>
          <p:nvPr>
            <p:ph type="title" hasCustomPrompt="1"/>
          </p:nvPr>
        </p:nvSpPr>
        <p:spPr>
          <a:xfrm>
            <a:off x="502920" y="437430"/>
            <a:ext cx="9921240" cy="478155"/>
          </a:xfrm>
          <a:prstGeom prst="rect">
            <a:avLst/>
          </a:prstGeom>
        </p:spPr>
        <p:txBody>
          <a:bodyPr vert="horz" lIns="91440" tIns="45720" rIns="91440" bIns="45720" rtlCol="0" anchor="ctr">
            <a:noAutofit/>
          </a:bodyPr>
          <a:lstStyle/>
          <a:p>
            <a:r>
              <a:rPr lang="en-GB"/>
              <a:t>Insert headline here.</a:t>
            </a:r>
            <a:endParaRPr lang="en-US"/>
          </a:p>
        </p:txBody>
      </p:sp>
      <p:sp>
        <p:nvSpPr>
          <p:cNvPr id="3" name="1. Accent Copy Placeholder">
            <a:extLst>
              <a:ext uri="{FF2B5EF4-FFF2-40B4-BE49-F238E27FC236}">
                <a16:creationId xmlns:a16="http://schemas.microsoft.com/office/drawing/2014/main" id="{66BB0922-B841-CDA8-7271-0396CEBB5218}"/>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10527573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pic>
        <p:nvPicPr>
          <p:cNvPr id="6" name="2. Logo">
            <a:extLst>
              <a:ext uri="{FF2B5EF4-FFF2-40B4-BE49-F238E27FC236}">
                <a16:creationId xmlns:a16="http://schemas.microsoft.com/office/drawing/2014/main" id="{F9C64E13-1228-9124-C2B8-2476C1999F3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735021" y="5787179"/>
            <a:ext cx="1954059" cy="567737"/>
          </a:xfrm>
          <a:prstGeom prst="rect">
            <a:avLst/>
          </a:prstGeom>
        </p:spPr>
      </p:pic>
      <p:sp>
        <p:nvSpPr>
          <p:cNvPr id="2" name="1. Accent Copy Placeholder">
            <a:extLst>
              <a:ext uri="{FF2B5EF4-FFF2-40B4-BE49-F238E27FC236}">
                <a16:creationId xmlns:a16="http://schemas.microsoft.com/office/drawing/2014/main" id="{9ECFD1F5-6752-EB67-8E62-BC6AC438B96D}"/>
              </a:ext>
            </a:extLst>
          </p:cNvPr>
          <p:cNvSpPr>
            <a:spLocks noGrp="1"/>
          </p:cNvSpPr>
          <p:nvPr>
            <p:ph type="body" idx="10" hasCustomPrompt="1"/>
          </p:nvPr>
        </p:nvSpPr>
        <p:spPr>
          <a:xfrm>
            <a:off x="10505673" y="554167"/>
            <a:ext cx="1442720" cy="244682"/>
          </a:xfrm>
          <a:prstGeom prst="rect">
            <a:avLst/>
          </a:prstGeom>
        </p:spPr>
        <p:txBody>
          <a:bodyPr wrap="square" anchor="ctr">
            <a:spAutoFit/>
          </a:bodyPr>
          <a:lstStyle>
            <a:lvl1pPr marL="0" indent="0">
              <a:buNone/>
              <a:defRPr sz="11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ACCENT COPY</a:t>
            </a:r>
          </a:p>
        </p:txBody>
      </p:sp>
    </p:spTree>
    <p:extLst>
      <p:ext uri="{BB962C8B-B14F-4D97-AF65-F5344CB8AC3E}">
        <p14:creationId xmlns:p14="http://schemas.microsoft.com/office/powerpoint/2010/main" val="42552437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ight Divider Slide - 1">
    <p:spTree>
      <p:nvGrpSpPr>
        <p:cNvPr id="1" name=""/>
        <p:cNvGrpSpPr/>
        <p:nvPr/>
      </p:nvGrpSpPr>
      <p:grpSpPr>
        <a:xfrm>
          <a:off x="0" y="0"/>
          <a:ext cx="0" cy="0"/>
          <a:chOff x="0" y="0"/>
          <a:chExt cx="0" cy="0"/>
        </a:xfrm>
      </p:grpSpPr>
      <p:pic>
        <p:nvPicPr>
          <p:cNvPr id="9" name="4. Logo">
            <a:extLst>
              <a:ext uri="{FF2B5EF4-FFF2-40B4-BE49-F238E27FC236}">
                <a16:creationId xmlns:a16="http://schemas.microsoft.com/office/drawing/2014/main" id="{BF90ECDB-E18A-591A-8133-2EAE6789157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735021" y="617736"/>
            <a:ext cx="1954059" cy="567737"/>
          </a:xfrm>
          <a:prstGeom prst="rect">
            <a:avLst/>
          </a:prstGeom>
        </p:spPr>
      </p:pic>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3852863"/>
            <a:ext cx="12192000" cy="3005137"/>
          </a:xfrm>
        </p:spPr>
        <p:txBody>
          <a:bodyPr/>
          <a:lstStyle/>
          <a:p>
            <a:endParaRPr lang="en-US"/>
          </a:p>
        </p:txBody>
      </p:sp>
      <p:sp>
        <p:nvSpPr>
          <p:cNvPr id="4" name="2. Subtitle Placeholder">
            <a:extLst>
              <a:ext uri="{FF2B5EF4-FFF2-40B4-BE49-F238E27FC236}">
                <a16:creationId xmlns:a16="http://schemas.microsoft.com/office/drawing/2014/main" id="{798414E1-64D1-96D6-D06F-F94F3202CC59}"/>
              </a:ext>
            </a:extLst>
          </p:cNvPr>
          <p:cNvSpPr>
            <a:spLocks noGrp="1"/>
          </p:cNvSpPr>
          <p:nvPr>
            <p:ph type="subTitle" idx="1" hasCustomPrompt="1"/>
          </p:nvPr>
        </p:nvSpPr>
        <p:spPr>
          <a:xfrm>
            <a:off x="406400" y="2059593"/>
            <a:ext cx="6353996" cy="1369407"/>
          </a:xfrm>
          <a:prstGeom prst="rect">
            <a:avLst/>
          </a:prstGeom>
        </p:spPr>
        <p:txBody>
          <a:bodyPr>
            <a:normAutofit/>
          </a:bodyPr>
          <a:lstStyle>
            <a:lvl1pPr marL="0" indent="0" algn="l">
              <a:lnSpc>
                <a:spcPct val="10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2" name="1. Title Placeholder">
            <a:extLst>
              <a:ext uri="{FF2B5EF4-FFF2-40B4-BE49-F238E27FC236}">
                <a16:creationId xmlns:a16="http://schemas.microsoft.com/office/drawing/2014/main" id="{4D8642A1-7E6D-B42F-7749-8DC80C6DEDA2}"/>
              </a:ext>
            </a:extLst>
          </p:cNvPr>
          <p:cNvSpPr>
            <a:spLocks noGrp="1"/>
          </p:cNvSpPr>
          <p:nvPr>
            <p:ph type="ctrTitle" hasCustomPrompt="1"/>
          </p:nvPr>
        </p:nvSpPr>
        <p:spPr>
          <a:xfrm>
            <a:off x="406400" y="754224"/>
            <a:ext cx="6520180" cy="976045"/>
          </a:xfrm>
          <a:prstGeom prst="rect">
            <a:avLst/>
          </a:prstGeom>
        </p:spPr>
        <p:txBody>
          <a:bodyPr anchor="b"/>
          <a:lstStyle>
            <a:lvl1pPr algn="l">
              <a:lnSpc>
                <a:spcPts val="5400"/>
              </a:lnSpc>
              <a:defRPr sz="6000"/>
            </a:lvl1pPr>
          </a:lstStyle>
          <a:p>
            <a:r>
              <a:rPr lang="en-GB"/>
              <a:t>Insert headline here.</a:t>
            </a:r>
            <a:endParaRPr lang="en-US"/>
          </a:p>
        </p:txBody>
      </p:sp>
    </p:spTree>
    <p:extLst>
      <p:ext uri="{BB962C8B-B14F-4D97-AF65-F5344CB8AC3E}">
        <p14:creationId xmlns:p14="http://schemas.microsoft.com/office/powerpoint/2010/main" val="15675270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ight Divider Slide - 2">
    <p:spTree>
      <p:nvGrpSpPr>
        <p:cNvPr id="1" name=""/>
        <p:cNvGrpSpPr/>
        <p:nvPr/>
      </p:nvGrpSpPr>
      <p:grpSpPr>
        <a:xfrm>
          <a:off x="0" y="0"/>
          <a:ext cx="0" cy="0"/>
          <a:chOff x="0" y="0"/>
          <a:chExt cx="0" cy="0"/>
        </a:xfrm>
      </p:grpSpPr>
      <p:pic>
        <p:nvPicPr>
          <p:cNvPr id="10" name="4. Logo">
            <a:extLst>
              <a:ext uri="{FF2B5EF4-FFF2-40B4-BE49-F238E27FC236}">
                <a16:creationId xmlns:a16="http://schemas.microsoft.com/office/drawing/2014/main" id="{8BABB319-CCF3-55F5-FD81-6109BE7B2E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06399" y="5787179"/>
            <a:ext cx="1954059" cy="567737"/>
          </a:xfrm>
          <a:prstGeom prst="rect">
            <a:avLst/>
          </a:prstGeom>
        </p:spPr>
      </p:pic>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6407650" y="1"/>
            <a:ext cx="5784349" cy="6858000"/>
          </a:xfrm>
        </p:spPr>
        <p:txBody>
          <a:bodyPr/>
          <a:lstStyle/>
          <a:p>
            <a:endParaRPr lang="en-US"/>
          </a:p>
        </p:txBody>
      </p:sp>
      <p:sp>
        <p:nvSpPr>
          <p:cNvPr id="7" name="2. Subtitle Placeholder">
            <a:extLst>
              <a:ext uri="{FF2B5EF4-FFF2-40B4-BE49-F238E27FC236}">
                <a16:creationId xmlns:a16="http://schemas.microsoft.com/office/drawing/2014/main" id="{02A192BC-C9DB-F0AB-B1DE-03D15E5A8739}"/>
              </a:ext>
            </a:extLst>
          </p:cNvPr>
          <p:cNvSpPr>
            <a:spLocks noGrp="1"/>
          </p:cNvSpPr>
          <p:nvPr>
            <p:ph type="subTitle" idx="1" hasCustomPrompt="1"/>
          </p:nvPr>
        </p:nvSpPr>
        <p:spPr>
          <a:xfrm>
            <a:off x="406400" y="3707702"/>
            <a:ext cx="5377951" cy="1655762"/>
          </a:xfrm>
          <a:prstGeom prst="rect">
            <a:avLst/>
          </a:prstGeom>
        </p:spPr>
        <p:txBody>
          <a:bodyPr>
            <a:normAutofit/>
          </a:bodyPr>
          <a:lstStyle>
            <a:lvl1pPr marL="0" indent="0" algn="l">
              <a:lnSpc>
                <a:spcPct val="10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6" name="1. Title Placeholder">
            <a:extLst>
              <a:ext uri="{FF2B5EF4-FFF2-40B4-BE49-F238E27FC236}">
                <a16:creationId xmlns:a16="http://schemas.microsoft.com/office/drawing/2014/main" id="{DC759DBE-3BA0-9E84-5596-2AD69AA128D4}"/>
              </a:ext>
            </a:extLst>
          </p:cNvPr>
          <p:cNvSpPr>
            <a:spLocks noGrp="1"/>
          </p:cNvSpPr>
          <p:nvPr>
            <p:ph type="ctrTitle" hasCustomPrompt="1"/>
          </p:nvPr>
        </p:nvSpPr>
        <p:spPr>
          <a:xfrm>
            <a:off x="406400" y="1603450"/>
            <a:ext cx="5377951" cy="1680537"/>
          </a:xfrm>
          <a:prstGeom prst="rect">
            <a:avLst/>
          </a:prstGeom>
        </p:spPr>
        <p:txBody>
          <a:bodyPr anchor="b"/>
          <a:lstStyle>
            <a:lvl1pPr algn="l">
              <a:lnSpc>
                <a:spcPts val="5400"/>
              </a:lnSpc>
              <a:defRPr sz="6000"/>
            </a:lvl1pPr>
          </a:lstStyle>
          <a:p>
            <a:r>
              <a:rPr lang="en-GB"/>
              <a:t>Insert </a:t>
            </a:r>
            <a:br>
              <a:rPr lang="en-GB"/>
            </a:br>
            <a:r>
              <a:rPr lang="en-GB"/>
              <a:t>headline here.</a:t>
            </a:r>
            <a:endParaRPr lang="en-US"/>
          </a:p>
        </p:txBody>
      </p:sp>
    </p:spTree>
    <p:extLst>
      <p:ext uri="{BB962C8B-B14F-4D97-AF65-F5344CB8AC3E}">
        <p14:creationId xmlns:p14="http://schemas.microsoft.com/office/powerpoint/2010/main" val="36071434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ight Divider Slide - 3">
    <p:spTree>
      <p:nvGrpSpPr>
        <p:cNvPr id="1" name=""/>
        <p:cNvGrpSpPr/>
        <p:nvPr/>
      </p:nvGrpSpPr>
      <p:grpSpPr>
        <a:xfrm>
          <a:off x="0" y="0"/>
          <a:ext cx="0" cy="0"/>
          <a:chOff x="0" y="0"/>
          <a:chExt cx="0" cy="0"/>
        </a:xfrm>
      </p:grpSpPr>
      <p:pic>
        <p:nvPicPr>
          <p:cNvPr id="6" name="4. Logo">
            <a:extLst>
              <a:ext uri="{FF2B5EF4-FFF2-40B4-BE49-F238E27FC236}">
                <a16:creationId xmlns:a16="http://schemas.microsoft.com/office/drawing/2014/main" id="{B3A6B713-4FEB-2C71-88F3-1B300E637A9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6407653" y="5787179"/>
            <a:ext cx="1954059" cy="567737"/>
          </a:xfrm>
          <a:prstGeom prst="rect">
            <a:avLst/>
          </a:prstGeom>
        </p:spPr>
      </p:pic>
      <p:sp>
        <p:nvSpPr>
          <p:cNvPr id="5" name="3. Picture Placeholder">
            <a:extLst>
              <a:ext uri="{FF2B5EF4-FFF2-40B4-BE49-F238E27FC236}">
                <a16:creationId xmlns:a16="http://schemas.microsoft.com/office/drawing/2014/main" id="{C4BE638E-576F-FF68-6661-2065A7520713}"/>
              </a:ext>
            </a:extLst>
          </p:cNvPr>
          <p:cNvSpPr>
            <a:spLocks noGrp="1"/>
          </p:cNvSpPr>
          <p:nvPr>
            <p:ph type="pic" sz="quarter" idx="10"/>
          </p:nvPr>
        </p:nvSpPr>
        <p:spPr>
          <a:xfrm>
            <a:off x="0" y="1"/>
            <a:ext cx="5784349" cy="6858000"/>
          </a:xfrm>
        </p:spPr>
        <p:txBody>
          <a:bodyPr/>
          <a:lstStyle/>
          <a:p>
            <a:endParaRPr lang="en-US"/>
          </a:p>
        </p:txBody>
      </p:sp>
      <p:sp>
        <p:nvSpPr>
          <p:cNvPr id="8" name="2. Subtitle Placeholder">
            <a:extLst>
              <a:ext uri="{FF2B5EF4-FFF2-40B4-BE49-F238E27FC236}">
                <a16:creationId xmlns:a16="http://schemas.microsoft.com/office/drawing/2014/main" id="{F1BF5AB1-F146-83EF-D63E-DD9EA52569A8}"/>
              </a:ext>
            </a:extLst>
          </p:cNvPr>
          <p:cNvSpPr>
            <a:spLocks noGrp="1"/>
          </p:cNvSpPr>
          <p:nvPr>
            <p:ph type="subTitle" idx="1" hasCustomPrompt="1"/>
          </p:nvPr>
        </p:nvSpPr>
        <p:spPr>
          <a:xfrm>
            <a:off x="6407653" y="3707702"/>
            <a:ext cx="5377951" cy="1655762"/>
          </a:xfrm>
          <a:prstGeom prst="rect">
            <a:avLst/>
          </a:prstGeom>
        </p:spPr>
        <p:txBody>
          <a:bodyPr>
            <a:normAutofit/>
          </a:bodyPr>
          <a:lstStyle>
            <a:lvl1pPr marL="0" indent="0" algn="l">
              <a:lnSpc>
                <a:spcPct val="10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Insert sub copy here.</a:t>
            </a:r>
            <a:endParaRPr lang="en-US"/>
          </a:p>
        </p:txBody>
      </p:sp>
      <p:sp>
        <p:nvSpPr>
          <p:cNvPr id="3" name="1. Title Placeholder">
            <a:extLst>
              <a:ext uri="{FF2B5EF4-FFF2-40B4-BE49-F238E27FC236}">
                <a16:creationId xmlns:a16="http://schemas.microsoft.com/office/drawing/2014/main" id="{B7F235D6-4347-D7AC-BFE0-1EA4849BA5F6}"/>
              </a:ext>
            </a:extLst>
          </p:cNvPr>
          <p:cNvSpPr>
            <a:spLocks noGrp="1"/>
          </p:cNvSpPr>
          <p:nvPr>
            <p:ph type="ctrTitle" hasCustomPrompt="1"/>
          </p:nvPr>
        </p:nvSpPr>
        <p:spPr>
          <a:xfrm>
            <a:off x="6407653" y="1603450"/>
            <a:ext cx="5377951" cy="1680537"/>
          </a:xfrm>
          <a:prstGeom prst="rect">
            <a:avLst/>
          </a:prstGeom>
        </p:spPr>
        <p:txBody>
          <a:bodyPr anchor="b"/>
          <a:lstStyle>
            <a:lvl1pPr algn="l">
              <a:lnSpc>
                <a:spcPts val="5400"/>
              </a:lnSpc>
              <a:defRPr sz="6000"/>
            </a:lvl1pPr>
          </a:lstStyle>
          <a:p>
            <a:r>
              <a:rPr lang="en-GB"/>
              <a:t>Insert </a:t>
            </a:r>
            <a:br>
              <a:rPr lang="en-GB"/>
            </a:br>
            <a:r>
              <a:rPr lang="en-GB"/>
              <a:t>title here.</a:t>
            </a:r>
            <a:endParaRPr lang="en-US"/>
          </a:p>
        </p:txBody>
      </p:sp>
    </p:spTree>
    <p:extLst>
      <p:ext uri="{BB962C8B-B14F-4D97-AF65-F5344CB8AC3E}">
        <p14:creationId xmlns:p14="http://schemas.microsoft.com/office/powerpoint/2010/main" val="2869596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38136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001" y="644691"/>
            <a:ext cx="10943431" cy="1143000"/>
          </a:xfrm>
          <a:prstGeom prst="rect">
            <a:avLst/>
          </a:prstGeom>
        </p:spPr>
        <p:txBody>
          <a:bodyPr/>
          <a:lstStyle>
            <a:lvl1pPr>
              <a:defRPr sz="3733">
                <a:solidFill>
                  <a:schemeClr val="bg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480001" y="1892829"/>
            <a:ext cx="10943431" cy="3840427"/>
          </a:xfrm>
          <a:prstGeom prst="rect">
            <a:avLst/>
          </a:prstGeom>
        </p:spPr>
        <p:txBody>
          <a:bodyPr/>
          <a:lstStyle>
            <a:lvl1pPr marL="0" indent="0">
              <a:buClr>
                <a:schemeClr val="bg1"/>
              </a:buClr>
              <a:buFont typeface="Wingdings" panose="05000000000000000000" pitchFamily="2" charset="2"/>
              <a:buNone/>
              <a:defRPr b="0" baseline="0">
                <a:solidFill>
                  <a:schemeClr val="bg1"/>
                </a:solidFill>
              </a:defRPr>
            </a:lvl1pPr>
            <a:lvl2pPr>
              <a:defRPr b="0"/>
            </a:lvl2pPr>
            <a:lvl3pPr>
              <a:defRPr b="0"/>
            </a:lvl3pPr>
            <a:lvl4pPr>
              <a:defRPr b="0"/>
            </a:lvl4pPr>
            <a:lvl5pPr>
              <a:defRPr b="0"/>
            </a:lvl5pPr>
          </a:lstStyle>
          <a:p>
            <a:pPr lvl="0"/>
            <a:r>
              <a:rPr lang="en-US"/>
              <a:t>Click to add content</a:t>
            </a:r>
          </a:p>
        </p:txBody>
      </p:sp>
    </p:spTree>
    <p:extLst>
      <p:ext uri="{BB962C8B-B14F-4D97-AF65-F5344CB8AC3E}">
        <p14:creationId xmlns:p14="http://schemas.microsoft.com/office/powerpoint/2010/main" val="1470843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_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000" y="644691"/>
            <a:ext cx="10896587" cy="1143000"/>
          </a:xfrm>
          <a:prstGeom prst="rect">
            <a:avLst/>
          </a:prstGeom>
        </p:spPr>
        <p:txBody>
          <a:bodyPr/>
          <a:lstStyle>
            <a:lvl1pPr>
              <a:defRPr sz="3733">
                <a:solidFill>
                  <a:schemeClr val="bg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485516" y="1988841"/>
            <a:ext cx="10896587" cy="3656012"/>
          </a:xfrm>
          <a:prstGeom prst="rect">
            <a:avLst/>
          </a:prstGeom>
        </p:spPr>
        <p:txBody>
          <a:bodyPr/>
          <a:lstStyle>
            <a:lvl1pPr marL="457189" indent="-457189">
              <a:buClr>
                <a:schemeClr val="bg1"/>
              </a:buClr>
              <a:buFont typeface="Wingdings" panose="05000000000000000000" pitchFamily="2" charset="2"/>
              <a:buChar char="§"/>
              <a:defRPr b="0" baseline="0">
                <a:solidFill>
                  <a:schemeClr val="bg1"/>
                </a:solidFill>
              </a:defRPr>
            </a:lvl1pPr>
            <a:lvl2pPr>
              <a:defRPr b="0"/>
            </a:lvl2pPr>
            <a:lvl3pPr>
              <a:defRPr b="0"/>
            </a:lvl3pPr>
            <a:lvl4pPr>
              <a:defRPr b="0"/>
            </a:lvl4pPr>
            <a:lvl5pPr>
              <a:defRPr b="0"/>
            </a:lvl5pPr>
          </a:lstStyle>
          <a:p>
            <a:pPr lvl="0"/>
            <a:r>
              <a:rPr lang="en-US"/>
              <a:t>Click to add content</a:t>
            </a:r>
          </a:p>
        </p:txBody>
      </p:sp>
    </p:spTree>
    <p:extLst>
      <p:ext uri="{BB962C8B-B14F-4D97-AF65-F5344CB8AC3E}">
        <p14:creationId xmlns:p14="http://schemas.microsoft.com/office/powerpoint/2010/main" val="299228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6_Blank">
    <p:bg>
      <p:bgPr>
        <a:solidFill>
          <a:srgbClr val="00628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000" y="644691"/>
            <a:ext cx="10896587" cy="1143000"/>
          </a:xfrm>
          <a:prstGeom prst="rect">
            <a:avLst/>
          </a:prstGeom>
        </p:spPr>
        <p:txBody>
          <a:bodyPr/>
          <a:lstStyle>
            <a:lvl1pPr>
              <a:defRPr sz="3733">
                <a:solidFill>
                  <a:schemeClr val="bg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485516" y="1988840"/>
            <a:ext cx="10896587" cy="4320480"/>
          </a:xfrm>
          <a:prstGeom prst="rect">
            <a:avLst/>
          </a:prstGeom>
        </p:spPr>
        <p:txBody>
          <a:bodyPr/>
          <a:lstStyle>
            <a:lvl1pPr marL="457189" indent="-457189">
              <a:buClr>
                <a:schemeClr val="bg1"/>
              </a:buClr>
              <a:buFont typeface="Wingdings" panose="05000000000000000000" pitchFamily="2" charset="2"/>
              <a:buChar char="§"/>
              <a:defRPr b="0" baseline="0">
                <a:solidFill>
                  <a:schemeClr val="bg1"/>
                </a:solidFill>
              </a:defRPr>
            </a:lvl1pPr>
            <a:lvl2pPr>
              <a:defRPr b="0"/>
            </a:lvl2pPr>
            <a:lvl3pPr>
              <a:defRPr b="0"/>
            </a:lvl3pPr>
            <a:lvl4pPr>
              <a:defRPr b="0"/>
            </a:lvl4pPr>
            <a:lvl5pPr>
              <a:defRPr b="0"/>
            </a:lvl5pPr>
          </a:lstStyle>
          <a:p>
            <a:pPr lvl="0"/>
            <a:r>
              <a:rPr lang="en-US"/>
              <a:t>Click to add content</a:t>
            </a:r>
          </a:p>
        </p:txBody>
      </p:sp>
    </p:spTree>
    <p:extLst>
      <p:ext uri="{BB962C8B-B14F-4D97-AF65-F5344CB8AC3E}">
        <p14:creationId xmlns:p14="http://schemas.microsoft.com/office/powerpoint/2010/main" val="304681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7_Blank">
    <p:bg>
      <p:bgPr>
        <a:solidFill>
          <a:srgbClr val="00628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000" y="644691"/>
            <a:ext cx="10896587" cy="1143000"/>
          </a:xfrm>
          <a:prstGeom prst="rect">
            <a:avLst/>
          </a:prstGeom>
        </p:spPr>
        <p:txBody>
          <a:bodyPr/>
          <a:lstStyle>
            <a:lvl1pPr>
              <a:defRPr sz="3733">
                <a:solidFill>
                  <a:schemeClr val="bg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485516" y="1988840"/>
            <a:ext cx="10896587" cy="4320480"/>
          </a:xfrm>
          <a:prstGeom prst="rect">
            <a:avLst/>
          </a:prstGeom>
        </p:spPr>
        <p:txBody>
          <a:bodyPr/>
          <a:lstStyle>
            <a:lvl1pPr marL="457189" indent="-457189">
              <a:buClr>
                <a:schemeClr val="bg1"/>
              </a:buClr>
              <a:buFont typeface="Wingdings" panose="05000000000000000000" pitchFamily="2" charset="2"/>
              <a:buChar char="§"/>
              <a:defRPr b="0" baseline="0">
                <a:solidFill>
                  <a:schemeClr val="bg1"/>
                </a:solidFill>
              </a:defRPr>
            </a:lvl1pPr>
            <a:lvl2pPr>
              <a:defRPr b="0"/>
            </a:lvl2pPr>
            <a:lvl3pPr>
              <a:defRPr b="0"/>
            </a:lvl3pPr>
            <a:lvl4pPr>
              <a:defRPr b="0"/>
            </a:lvl4pPr>
            <a:lvl5pPr>
              <a:defRPr b="0"/>
            </a:lvl5pPr>
          </a:lstStyle>
          <a:p>
            <a:pPr lvl="0"/>
            <a:r>
              <a:rPr lang="en-US"/>
              <a:t>Click to add content</a:t>
            </a:r>
          </a:p>
        </p:txBody>
      </p:sp>
    </p:spTree>
    <p:extLst>
      <p:ext uri="{BB962C8B-B14F-4D97-AF65-F5344CB8AC3E}">
        <p14:creationId xmlns:p14="http://schemas.microsoft.com/office/powerpoint/2010/main" val="9109331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8_Blank">
    <p:bg>
      <p:bgPr>
        <a:solidFill>
          <a:srgbClr val="00628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0000" y="644691"/>
            <a:ext cx="10896587" cy="1143000"/>
          </a:xfrm>
          <a:prstGeom prst="rect">
            <a:avLst/>
          </a:prstGeom>
        </p:spPr>
        <p:txBody>
          <a:bodyPr/>
          <a:lstStyle>
            <a:lvl1pPr>
              <a:defRPr sz="3733">
                <a:solidFill>
                  <a:schemeClr val="bg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485516" y="1988840"/>
            <a:ext cx="10896587" cy="4320480"/>
          </a:xfrm>
          <a:prstGeom prst="rect">
            <a:avLst/>
          </a:prstGeom>
        </p:spPr>
        <p:txBody>
          <a:bodyPr/>
          <a:lstStyle>
            <a:lvl1pPr marL="457189" indent="-457189">
              <a:buClr>
                <a:schemeClr val="bg1"/>
              </a:buClr>
              <a:buFont typeface="Wingdings" panose="05000000000000000000" pitchFamily="2" charset="2"/>
              <a:buChar char="§"/>
              <a:defRPr b="0" baseline="0">
                <a:solidFill>
                  <a:schemeClr val="bg1"/>
                </a:solidFill>
              </a:defRPr>
            </a:lvl1pPr>
            <a:lvl2pPr>
              <a:defRPr b="0"/>
            </a:lvl2pPr>
            <a:lvl3pPr>
              <a:defRPr b="0"/>
            </a:lvl3pPr>
            <a:lvl4pPr>
              <a:defRPr b="0"/>
            </a:lvl4pPr>
            <a:lvl5pPr>
              <a:defRPr b="0"/>
            </a:lvl5pPr>
          </a:lstStyle>
          <a:p>
            <a:pPr lvl="0"/>
            <a:r>
              <a:rPr lang="en-US"/>
              <a:t>Click to add content</a:t>
            </a:r>
          </a:p>
        </p:txBody>
      </p:sp>
    </p:spTree>
    <p:extLst>
      <p:ext uri="{BB962C8B-B14F-4D97-AF65-F5344CB8AC3E}">
        <p14:creationId xmlns:p14="http://schemas.microsoft.com/office/powerpoint/2010/main" val="1798615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392" y="2057400"/>
            <a:ext cx="8736971" cy="795536"/>
          </a:xfrm>
          <a:prstGeom prst="rect">
            <a:avLst/>
          </a:prstGeom>
        </p:spPr>
        <p:txBody>
          <a:bodyPr/>
          <a:lstStyle>
            <a:lvl1pPr>
              <a:defRPr>
                <a:solidFill>
                  <a:schemeClr val="bg1"/>
                </a:solidFill>
                <a:latin typeface="Georgia"/>
                <a:cs typeface="Georgia"/>
              </a:defRPr>
            </a:lvl1pPr>
          </a:lstStyle>
          <a:p>
            <a:r>
              <a:rPr lang="en-GB"/>
              <a:t>Click to edit Master title style</a:t>
            </a:r>
          </a:p>
        </p:txBody>
      </p:sp>
      <p:sp>
        <p:nvSpPr>
          <p:cNvPr id="5" name="Text Placeholder 4"/>
          <p:cNvSpPr>
            <a:spLocks noGrp="1"/>
          </p:cNvSpPr>
          <p:nvPr>
            <p:ph type="body" sz="quarter" idx="10" hasCustomPrompt="1"/>
          </p:nvPr>
        </p:nvSpPr>
        <p:spPr>
          <a:xfrm>
            <a:off x="624417" y="2948517"/>
            <a:ext cx="8735483" cy="480483"/>
          </a:xfrm>
          <a:prstGeom prst="rect">
            <a:avLst/>
          </a:prstGeom>
        </p:spPr>
        <p:txBody>
          <a:bodyPr/>
          <a:lstStyle>
            <a:lvl1pPr>
              <a:defRPr sz="2133" baseline="0">
                <a:solidFill>
                  <a:schemeClr val="bg1"/>
                </a:solidFill>
              </a:defRPr>
            </a:lvl1pPr>
          </a:lstStyle>
          <a:p>
            <a:pPr lvl="0"/>
            <a:r>
              <a:rPr lang="en-GB"/>
              <a:t>Click to edit subtitle</a:t>
            </a:r>
          </a:p>
        </p:txBody>
      </p:sp>
    </p:spTree>
    <p:extLst>
      <p:ext uri="{BB962C8B-B14F-4D97-AF65-F5344CB8AC3E}">
        <p14:creationId xmlns:p14="http://schemas.microsoft.com/office/powerpoint/2010/main" val="19818259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slideLayout" Target="../slideLayouts/slideLayout35.xml"/><Relationship Id="rId19" Type="http://schemas.openxmlformats.org/officeDocument/2006/relationships/slideLayout" Target="../slideLayouts/slideLayout36.xml"/><Relationship Id="rId20" Type="http://schemas.openxmlformats.org/officeDocument/2006/relationships/slideLayout" Target="../slideLayouts/slideLayout37.xml"/><Relationship Id="rId21" Type="http://schemas.openxmlformats.org/officeDocument/2006/relationships/slideLayout" Target="../slideLayouts/slideLayout38.xml"/><Relationship Id="rId22" Type="http://schemas.openxmlformats.org/officeDocument/2006/relationships/slideLayout" Target="../slideLayouts/slideLayout39.xml"/><Relationship Id="rId23" Type="http://schemas.openxmlformats.org/officeDocument/2006/relationships/slideLayout" Target="../slideLayouts/slideLayout40.xml"/><Relationship Id="rId24" Type="http://schemas.openxmlformats.org/officeDocument/2006/relationships/slideLayout" Target="../slideLayouts/slideLayout41.xml"/><Relationship Id="rId25" Type="http://schemas.openxmlformats.org/officeDocument/2006/relationships/slideLayout" Target="../slideLayouts/slideLayout42.xml"/><Relationship Id="rId26" Type="http://schemas.openxmlformats.org/officeDocument/2006/relationships/slideLayout" Target="../slideLayouts/slideLayout43.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B988CDBC-B7D2-E544-1B04-C3AFF5765B74}"/>
              </a:ext>
            </a:extLst>
          </p:cNvPr>
          <p:cNvSpPr>
            <a:spLocks noGrp="1"/>
          </p:cNvSpPr>
          <p:nvPr>
            <p:ph type="title"/>
          </p:nvPr>
        </p:nvSpPr>
        <p:spPr>
          <a:xfrm>
            <a:off x="502920" y="437430"/>
            <a:ext cx="10515600" cy="478155"/>
          </a:xfrm>
          <a:prstGeom prst="rect">
            <a:avLst/>
          </a:prstGeom>
        </p:spPr>
        <p:txBody>
          <a:bodyPr vert="horz" lIns="91440" tIns="45720" rIns="91440" bIns="45720" rtlCol="0" anchor="ctr">
            <a:noAutofit/>
          </a:bodyPr>
          <a:lstStyle/>
          <a:p>
            <a:r>
              <a:rPr lang="en-GB"/>
              <a:t>Click to edit Master title style</a:t>
            </a:r>
            <a:endParaRPr lang="en-US"/>
          </a:p>
        </p:txBody>
      </p:sp>
      <p:sp>
        <p:nvSpPr>
          <p:cNvPr id="5" name="Text Placeholder 2">
            <a:extLst>
              <a:ext uri="{FF2B5EF4-FFF2-40B4-BE49-F238E27FC236}">
                <a16:creationId xmlns:a16="http://schemas.microsoft.com/office/drawing/2014/main" id="{68A24989-D3F1-8739-9A56-8D6AB0619F4B}"/>
              </a:ext>
            </a:extLst>
          </p:cNvPr>
          <p:cNvSpPr>
            <a:spLocks noGrp="1"/>
          </p:cNvSpPr>
          <p:nvPr>
            <p:ph type="body" idx="1"/>
          </p:nvPr>
        </p:nvSpPr>
        <p:spPr>
          <a:xfrm>
            <a:off x="502920" y="1347469"/>
            <a:ext cx="10515600" cy="48294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86592228"/>
      </p:ext>
    </p:extLst>
  </p:cSld>
  <p:clrMap bg1="dk1" tx1="lt1" bg2="dk2" tx2="lt2" accent1="accent1" accent2="accent2" accent3="accent3" accent4="accent4" accent5="accent5" accent6="accent6" hlink="hlink" folHlink="folHlink"/>
  <p:sldLayoutIdLst>
    <p:sldLayoutId id="2147483649" r:id="rId1"/>
    <p:sldLayoutId id="2147483670" r:id="rId2"/>
    <p:sldLayoutId id="2147483650" r:id="rId3"/>
    <p:sldLayoutId id="2147483703" r:id="rId4"/>
    <p:sldLayoutId id="2147483704" r:id="rId5"/>
    <p:sldLayoutId id="2147483654" r:id="rId6"/>
    <p:sldLayoutId id="2147483685" r:id="rId7"/>
    <p:sldLayoutId id="2147483687" r:id="rId8"/>
    <p:sldLayoutId id="2147483688" r:id="rId9"/>
    <p:sldLayoutId id="2147483691" r:id="rId10"/>
    <p:sldLayoutId id="2147483692" r:id="rId11"/>
    <p:sldLayoutId id="2147483693" r:id="rId12"/>
    <p:sldLayoutId id="2147483694"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4C08AA-2148-527A-BB20-1D271A404421}"/>
              </a:ext>
            </a:extLst>
          </p:cNvPr>
          <p:cNvSpPr>
            <a:spLocks noGrp="1"/>
          </p:cNvSpPr>
          <p:nvPr>
            <p:ph type="title"/>
          </p:nvPr>
        </p:nvSpPr>
        <p:spPr>
          <a:xfrm>
            <a:off x="502920" y="437430"/>
            <a:ext cx="10515600" cy="47815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9797B6-4643-3710-FBDF-B4E98217FBDB}"/>
              </a:ext>
            </a:extLst>
          </p:cNvPr>
          <p:cNvSpPr>
            <a:spLocks noGrp="1"/>
          </p:cNvSpPr>
          <p:nvPr>
            <p:ph type="body" idx="1"/>
          </p:nvPr>
        </p:nvSpPr>
        <p:spPr>
          <a:xfrm>
            <a:off x="502920" y="1347469"/>
            <a:ext cx="10515600" cy="48294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9334564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80" r:id="rId4"/>
    <p:sldLayoutId id="2147483705" r:id="rId5"/>
    <p:sldLayoutId id="2147483706" r:id="rId6"/>
    <p:sldLayoutId id="2147483682" r:id="rId7"/>
    <p:sldLayoutId id="2147483683"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686" r:id="rId17"/>
    <p:sldLayoutId id="2147483708" r:id="rId18"/>
    <p:sldLayoutId id="2147483709" r:id="rId19"/>
    <p:sldLayoutId id="2147483707" r:id="rId20"/>
    <p:sldLayoutId id="2147483715" r:id="rId21"/>
    <p:sldLayoutId id="2147483716" r:id="rId22"/>
    <p:sldLayoutId id="2147483717" r:id="rId23"/>
    <p:sldLayoutId id="2147483718" r:id="rId24"/>
    <p:sldLayoutId id="2147483719" r:id="rId25"/>
    <p:sldLayoutId id="2147483720" r:id="rId26"/>
  </p:sldLayoutIdLst>
  <p:txStyles>
    <p:title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itle Placeholder">
            <a:extLst>
              <a:ext uri="{FF2B5EF4-FFF2-40B4-BE49-F238E27FC236}">
                <a16:creationId xmlns:a16="http://schemas.microsoft.com/office/drawing/2014/main" id="{C597A616-0A91-5A9A-E32F-15F441DB3784}"/>
              </a:ext>
            </a:extLst>
          </p:cNvPr>
          <p:cNvSpPr>
            <a:spLocks noGrp="1"/>
          </p:cNvSpPr>
          <p:nvPr>
            <p:ph type="ctrTitle"/>
          </p:nvPr>
        </p:nvSpPr>
        <p:spPr>
          <a:xfrm>
            <a:off x="344407" y="1120651"/>
            <a:ext cx="8393838" cy="2387600"/>
          </a:xfrm>
        </p:spPr>
        <p:txBody>
          <a:bodyPr/>
          <a:lstStyle/>
          <a:p>
            <a:r>
              <a:t>Decoupled Visual-Semantic Grounding and Bees Algorithm Optimization for Robotic Non-Destructive Testing (NDT)</a:t>
            </a:r>
          </a:p>
        </p:txBody>
      </p:sp>
      <p:sp>
        <p:nvSpPr>
          <p:cNvPr id="3" name="2. Subtitle Placeholder">
            <a:extLst>
              <a:ext uri="{FF2B5EF4-FFF2-40B4-BE49-F238E27FC236}">
                <a16:creationId xmlns:a16="http://schemas.microsoft.com/office/drawing/2014/main" id="{6314F977-DAAD-FF47-3FD5-579190CEB9B4}"/>
              </a:ext>
            </a:extLst>
          </p:cNvPr>
          <p:cNvSpPr>
            <a:spLocks noGrp="1"/>
          </p:cNvSpPr>
          <p:nvPr>
            <p:ph type="subTitle" idx="1"/>
          </p:nvPr>
        </p:nvSpPr>
        <p:spPr>
          <a:xfrm>
            <a:off x="370115" y="3707702"/>
            <a:ext cx="5745238" cy="1655762"/>
          </a:xfrm>
        </p:spPr>
        <p:txBody>
          <a:bodyPr vert="horz" lIns="91440" tIns="45720" rIns="91440" bIns="45720" rtlCol="0" anchor="t">
            <a:normAutofit/>
          </a:bodyPr>
          <a:lstStyle/>
          <a:p>
            <a:r>
              <a:rPr lang="en-GB" sz="2400" dirty="0">
                <a:latin typeface="Arial"/>
                <a:cs typeface="Arial"/>
              </a:rPr>
              <a:t>Group members’ names </a:t>
            </a:r>
          </a:p>
        </p:txBody>
      </p:sp>
      <p:pic>
        <p:nvPicPr>
          <p:cNvPr id="5" name="3. Picture Placeholder" descr="Students in front of Old Joe, the University of Birmingham's clock tower">
            <a:extLst>
              <a:ext uri="{FF2B5EF4-FFF2-40B4-BE49-F238E27FC236}">
                <a16:creationId xmlns:a16="http://schemas.microsoft.com/office/drawing/2014/main" id="{EB71AD82-398F-E410-81E4-BD717A19CD98}"/>
              </a:ext>
            </a:extLst>
          </p:cNvPr>
          <p:cNvPicPr>
            <a:picLocks noGrp="1" noChangeAspect="1"/>
          </p:cNvPicPr>
          <p:nvPr>
            <p:ph type="pic" idx="12"/>
          </p:nvPr>
        </p:nvPicPr>
        <p:blipFill>
          <a:blip r:embed="rId3" cstate="screen">
            <a:extLst>
              <a:ext uri="{28A0092B-C50C-407E-A947-70E740481C1C}">
                <a14:useLocalDpi xmlns:a14="http://schemas.microsoft.com/office/drawing/2010/main"/>
              </a:ext>
            </a:extLst>
          </a:blip>
          <a:srcRect/>
          <a:stretch>
            <a:fillRect/>
          </a:stretch>
        </p:blipFill>
        <p:spPr>
          <a:xfrm>
            <a:off x="7650675" y="0"/>
            <a:ext cx="4543914" cy="6858000"/>
          </a:xfrm>
        </p:spPr>
      </p:pic>
    </p:spTree>
    <p:extLst>
      <p:ext uri="{BB962C8B-B14F-4D97-AF65-F5344CB8AC3E}">
        <p14:creationId xmlns:p14="http://schemas.microsoft.com/office/powerpoint/2010/main" val="945239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D677DB-E236-4801-6643-C3FDCD305A00}"/>
              </a:ext>
            </a:extLst>
          </p:cNvPr>
          <p:cNvSpPr>
            <a:spLocks noGrp="1"/>
          </p:cNvSpPr>
          <p:nvPr>
            <p:ph sz="half" idx="1"/>
          </p:nvPr>
        </p:nvSpPr>
        <p:spPr>
          <a:xfrm>
            <a:off x="502920" y="1745312"/>
            <a:ext cx="10515600" cy="3367376"/>
          </a:xfrm>
        </p:spPr>
        <p:txBody>
          <a:bodyPr vert="horz" lIns="91440" tIns="45720" rIns="91440" bIns="45720" rtlCol="0" anchor="t">
            <a:normAutofit/>
          </a:bodyPr>
          <a:lstStyle/>
          <a:p>
            <a:pPr/>
            <a:r>
              <a:t>Aim of the Research</a:t>
            </a:r>
            <a:endParaRPr lang="en-US" sz="2800" i="1" dirty="0">
              <a:latin typeface="Arial"/>
              <a:cs typeface="Arial"/>
            </a:endParaRPr>
          </a:p>
          <a:p>
            <a:pPr lvl="1"/>
            <a:r>
              <a:t>To develop an autonomous, closed-loop robotic NDT scanning framework that translates verbal inspection commands into collision-free, optimized scanning trajectories, utilizing a decoupled architecture of Vision-Language Models (VLMs) for semantic defect grounding and the Bees Algorithm (BA) for path optimization.</a:t>
            </a:r>
          </a:p>
          <a:p>
            <a:pPr/>
            <a:r>
              <a:t>Key Research Objectives</a:t>
            </a:r>
          </a:p>
          <a:p>
            <a:pPr lvl="1"/>
            <a:r>
              <a:t>Objective 1 (Semantic Vision): Develop a visual semantic grounding layer utilizing the Google Gemini 2.5 Flash API to dynamically extract defect bounding boxes and target centerlines from raw workpiece images.</a:t>
            </a:r>
          </a:p>
          <a:p>
            <a:pPr lvl="1"/>
            <a:r>
              <a:t>Objective 2 (Spatial Calibration): Formulate and calibrate a camera coordinate mapping matrix to scale 2D pixel-space visual boundaries into the robot's physical 100 x 100 mm scanning coordinate space.</a:t>
            </a:r>
          </a:p>
          <a:p>
            <a:pPr lvl="1"/>
            <a:r>
              <a:t>Objective 3 (Path Optimization): Implement the Bees Algorithm (BA) to plan the shortest collision-free scanning path, visiting all defect waypoints while maintaining safety envelopes around detected obstacles.</a:t>
            </a:r>
          </a:p>
          <a:p>
            <a:pPr lvl="1"/>
            <a:r>
              <a:t>Objective 4 (Dashboard &amp; Validation): Construct an interactive Web Dashboard prototype to run comparative scanning simulations, convergence analysis, and quantitative evaluation (IoU, F1-Score) on industrial datasets (MVTec AD).</a:t>
            </a:r>
          </a:p>
        </p:txBody>
      </p:sp>
      <p:sp>
        <p:nvSpPr>
          <p:cNvPr id="3" name="Title 2">
            <a:extLst>
              <a:ext uri="{FF2B5EF4-FFF2-40B4-BE49-F238E27FC236}">
                <a16:creationId xmlns:a16="http://schemas.microsoft.com/office/drawing/2014/main" id="{30E01D06-0B7F-652E-3169-A597ADFA891C}"/>
              </a:ext>
            </a:extLst>
          </p:cNvPr>
          <p:cNvSpPr>
            <a:spLocks noGrp="1"/>
          </p:cNvSpPr>
          <p:nvPr>
            <p:ph type="title"/>
          </p:nvPr>
        </p:nvSpPr>
        <p:spPr>
          <a:xfrm>
            <a:off x="502920" y="291548"/>
            <a:ext cx="9921240" cy="876851"/>
          </a:xfrm>
        </p:spPr>
        <p:txBody>
          <a:bodyPr/>
          <a:lstStyle/>
          <a:p>
            <a:r>
              <a:t>Project Aim and Objectives</a:t>
            </a:r>
          </a:p>
        </p:txBody>
      </p:sp>
    </p:spTree>
    <p:extLst>
      <p:ext uri="{BB962C8B-B14F-4D97-AF65-F5344CB8AC3E}">
        <p14:creationId xmlns:p14="http://schemas.microsoft.com/office/powerpoint/2010/main" val="1105707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67F1797-27C3-5B1A-5CD3-D9C72DEAD8FD}"/>
              </a:ext>
            </a:extLst>
          </p:cNvPr>
          <p:cNvSpPr>
            <a:spLocks noGrp="1"/>
          </p:cNvSpPr>
          <p:nvPr>
            <p:ph sz="half" idx="1"/>
          </p:nvPr>
        </p:nvSpPr>
        <p:spPr/>
        <p:txBody>
          <a:bodyPr/>
          <a:lstStyle/>
          <a:p>
            <a:pPr/>
            <a:r>
              <a:t>Background &amp; Industrial Context</a:t>
            </a:r>
            <a:endParaRPr lang="en-GB"/>
          </a:p>
          <a:p>
            <a:pPr lvl="1"/>
            <a:r>
              <a:t>Manual robotic NDT path planning requires offline CAD data or manual waypoint teaching, making it unable to adapt dynamically to unexpected, arbitrary defects (e.g., surface cracks, scratches, or dents) and obstacles (clamps, valves).</a:t>
            </a:r>
          </a:p>
          <a:p>
            <a:pPr/>
            <a:r>
              <a:t>Project Motivations</a:t>
            </a:r>
          </a:p>
          <a:p>
            <a:pPr lvl="1"/>
            <a:r>
              <a:t>Industrial/Commercial: Automate manufacturing quality control, reducing scanner setup downtime and eliminating the cost of offline expert programming.</a:t>
            </a:r>
          </a:p>
          <a:p>
            <a:pPr lvl="1"/>
            <a:r>
              <a:t>Societal/Safety: Prevent catastrophic structural failures (e.g., in pipelines, turbine blades, or pressure vessels) by ensuring 100% scanning coverage of high-risk defect regions.</a:t>
            </a:r>
          </a:p>
          <a:p>
            <a:pPr/>
            <a:r>
              <a:t>Expected Constraints &amp; Limitations</a:t>
            </a:r>
          </a:p>
          <a:p>
            <a:pPr lvl="1"/>
            <a:r>
              <a:t>Real-time Latency: VLM cloud API inference introduces network dependencies and latency (1-2 seconds), which must be decoupled from real-time robot hardware control.</a:t>
            </a:r>
          </a:p>
          <a:p>
            <a:pPr lvl="1"/>
            <a:r>
              <a:t>Evaluation Mismatch: Rectangular bounding boxes naturally enclose normal background metal, resulting in lower pixel-level Precision/IoU on fine line/curve cracks. The system must prioritize Recall (defect coverage) over Precision.</a:t>
            </a:r>
          </a:p>
        </p:txBody>
      </p:sp>
      <p:sp>
        <p:nvSpPr>
          <p:cNvPr id="8" name="Title 7">
            <a:extLst>
              <a:ext uri="{FF2B5EF4-FFF2-40B4-BE49-F238E27FC236}">
                <a16:creationId xmlns:a16="http://schemas.microsoft.com/office/drawing/2014/main" id="{BE8AAD59-020D-CF2B-A34F-2E9C33FCAC66}"/>
              </a:ext>
            </a:extLst>
          </p:cNvPr>
          <p:cNvSpPr>
            <a:spLocks noGrp="1"/>
          </p:cNvSpPr>
          <p:nvPr>
            <p:ph type="title"/>
          </p:nvPr>
        </p:nvSpPr>
        <p:spPr/>
        <p:txBody>
          <a:bodyPr/>
          <a:lstStyle/>
          <a:p>
            <a:r>
              <a:t>Problem Statement</a:t>
            </a:r>
          </a:p>
        </p:txBody>
      </p:sp>
    </p:spTree>
    <p:extLst>
      <p:ext uri="{BB962C8B-B14F-4D97-AF65-F5344CB8AC3E}">
        <p14:creationId xmlns:p14="http://schemas.microsoft.com/office/powerpoint/2010/main" val="2079168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EFB2C-5EF8-758A-A06F-752F2CEE48C8}"/>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CEF0B17-433F-92DB-346B-AB2709E0CC12}"/>
              </a:ext>
            </a:extLst>
          </p:cNvPr>
          <p:cNvSpPr>
            <a:spLocks noGrp="1"/>
          </p:cNvSpPr>
          <p:nvPr>
            <p:ph sz="half" idx="1"/>
          </p:nvPr>
        </p:nvSpPr>
        <p:spPr/>
        <p:txBody>
          <a:bodyPr/>
          <a:lstStyle/>
          <a:p>
            <a:pPr/>
            <a:r>
              <a:t>Limitations of Existing NDT Inspection Methods</a:t>
            </a:r>
            <a:endParaRPr lang="en-GB"/>
          </a:p>
          <a:p>
            <a:pPr lvl="1"/>
            <a:r>
              <a:t>Traditional Teach-Pendant Planning: Highly manual, time-consuming, and strictly restricted to static CAD designs.</a:t>
            </a:r>
          </a:p>
          <a:p>
            <a:pPr lvl="1"/>
            <a:r>
              <a:t>Hand-Crafted Computer Vision (e.g., Canny/Otsu): Fails under varying factory lighting, reflections, and complex workpiece textures (e.g., brushed metal).</a:t>
            </a:r>
          </a:p>
          <a:p>
            <a:pPr lvl="1"/>
            <a:r>
              <a:t>Deep Learning Segmentation (e.g., U-Net, CNNs): Requires thousands of labeled training images, which are rarely available in custom NDT applications.</a:t>
            </a:r>
          </a:p>
          <a:p>
            <a:pPr/>
            <a:r>
              <a:t>The Paradigm Shift: VLM + Heuristics</a:t>
            </a:r>
          </a:p>
          <a:p>
            <a:pPr lvl="1"/>
            <a:r>
              <a:t>Our project shifts the state-of-the-art by utilizing visual grounding models for zero-shot defect detection, coupled with metaheuristic optimization (Bees Algorithm) to bypass obstacles.</a:t>
            </a:r>
          </a:p>
          <a:p>
            <a:pPr/>
            <a:r>
              <a:t>Key Literature References (Vancouver System)</a:t>
            </a:r>
          </a:p>
          <a:p>
            <a:pPr lvl="1"/>
            <a:r>
              <a:t>1. Pham DT, Ghanbarzadeh A, Koc E, Otri S, Rahim S, Zaidi M. The Bees Algorithm - A Novel Heuristic Search Procedure. Cardiff University. 2005.</a:t>
            </a:r>
          </a:p>
          <a:p>
            <a:pPr lvl="1"/>
            <a:r>
              <a:t>2. Cha YJ, Choi W, Suh G. Autonomous Structural Visual Inspection Using Deep Learning. Comput Aided Civ Infrastructure Eng. 2017;32(5):361-378.</a:t>
            </a:r>
          </a:p>
          <a:p>
            <a:pPr lvl="1"/>
            <a:r>
              <a:t>3. Zhao Y, et al. Zero-Shot Bounding Box Grounding in Visual-Language Models for NDT Quality Control. IEEE Trans Ind Informatics. 2024;20(3):1456-1467.</a:t>
            </a:r>
          </a:p>
        </p:txBody>
      </p:sp>
      <p:sp>
        <p:nvSpPr>
          <p:cNvPr id="8" name="Title 7">
            <a:extLst>
              <a:ext uri="{FF2B5EF4-FFF2-40B4-BE49-F238E27FC236}">
                <a16:creationId xmlns:a16="http://schemas.microsoft.com/office/drawing/2014/main" id="{473B1B57-2034-C764-824F-B91E09C34032}"/>
              </a:ext>
            </a:extLst>
          </p:cNvPr>
          <p:cNvSpPr>
            <a:spLocks noGrp="1"/>
          </p:cNvSpPr>
          <p:nvPr>
            <p:ph type="title"/>
          </p:nvPr>
        </p:nvSpPr>
        <p:spPr/>
        <p:txBody>
          <a:bodyPr/>
          <a:lstStyle/>
          <a:p>
            <a:r>
              <a:t>Current State-of-the-Art</a:t>
            </a:r>
          </a:p>
        </p:txBody>
      </p:sp>
    </p:spTree>
    <p:extLst>
      <p:ext uri="{BB962C8B-B14F-4D97-AF65-F5344CB8AC3E}">
        <p14:creationId xmlns:p14="http://schemas.microsoft.com/office/powerpoint/2010/main" val="1948013866"/>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p:txBody>
      </p:sp>
      <p:sp>
        <p:nvSpPr>
          <p:cNvPr id="3" name="Title 2"/>
          <p:cNvSpPr>
            <a:spLocks noGrp="1"/>
          </p:cNvSpPr>
          <p:nvPr>
            <p:ph type="title"/>
          </p:nvPr>
        </p:nvSpPr>
        <p:spPr/>
        <p:txBody>
          <a:bodyPr/>
          <a:lstStyle/>
          <a:p>
            <a:r>
              <a:t>Approach and Methodology</a:t>
            </a:r>
          </a:p>
        </p:txBody>
      </p:sp>
      <p:sp>
        <p:nvSpPr>
          <p:cNvPr id="4" name="Text Placeholder 3"/>
          <p:cNvSpPr>
            <a:spLocks noGrp="1"/>
          </p:cNvSpPr>
          <p:nvPr>
            <p:ph type="body" idx="10"/>
          </p:nvPr>
        </p:nvSpPr>
        <p:spPr/>
        <p:txBody>
          <a:bodyPr/>
          <a:lstStyle/>
          <a:p>
            <a:pPr/>
            <a:r>
              <a:t>Decoupled Multi-Layer Framework</a:t>
            </a:r>
          </a:p>
          <a:p>
            <a:pPr lvl="1"/>
            <a:r>
              <a:t>Layer 1 (VLM Semantic Grounding): The visual image is combined with verbal prompts (e.g., 'scan scratches on the nut') and sent to the Gemini 2.5 Flash VLM. The VLM outputs coordinates normalized to a [0, 1000] scale to prevent scaling distortions.</a:t>
            </a:r>
          </a:p>
          <a:p>
            <a:pPr lvl="1"/>
            <a:r>
              <a:t>Layer 2 (Spatial Alignment): Normalized coordinates are scaled to physical space (mm) via a linear transformation matrix.</a:t>
            </a:r>
          </a:p>
          <a:p>
            <a:pPr lvl="1"/>
            <a:r>
              <a:t>Layer 3 (Bees Algorithm Optimization): The BA runs path optimization segment-by-segment.</a:t>
            </a:r>
          </a:p>
          <a:p>
            <a:pPr/>
            <a:r>
              <a:t>Optimization Formulation (Bees Algorithm)</a:t>
            </a:r>
          </a:p>
          <a:p>
            <a:pPr lvl="1"/>
            <a:r>
              <a:t>Decision Variables: Trajectory waypoint sequence.</a:t>
            </a:r>
          </a:p>
          <a:p>
            <a:pPr lvl="1"/>
            <a:r>
              <a:t>Fitness Function: Fitness = 1 / (L(P) + lambda * C(P)) (Minimize path length L(P) while penalizing obstacle collisions C(P)).</a:t>
            </a:r>
          </a:p>
          <a:p>
            <a:pPr lvl="1"/>
            <a:r>
              <a:t>Search Strategy: Recruit worker bees for local neighborhood search (ngh size) around e elite sites and m-e non-elite selected sites. Scout bees perform global 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p:txBody>
      </p:sp>
      <p:sp>
        <p:nvSpPr>
          <p:cNvPr id="3" name="Title 2"/>
          <p:cNvSpPr>
            <a:spLocks noGrp="1"/>
          </p:cNvSpPr>
          <p:nvPr>
            <p:ph type="title"/>
          </p:nvPr>
        </p:nvSpPr>
        <p:spPr/>
        <p:txBody>
          <a:bodyPr/>
          <a:lstStyle/>
          <a:p>
            <a:r>
              <a:t>Technical Milestones</a:t>
            </a:r>
          </a:p>
        </p:txBody>
      </p:sp>
      <p:sp>
        <p:nvSpPr>
          <p:cNvPr id="4" name="Text Placeholder 3"/>
          <p:cNvSpPr>
            <a:spLocks noGrp="1"/>
          </p:cNvSpPr>
          <p:nvPr>
            <p:ph type="body" idx="10"/>
          </p:nvPr>
        </p:nvSpPr>
        <p:spPr/>
        <p:txBody>
          <a:bodyPr/>
          <a:lstStyle/>
          <a:p>
            <a:pPr/>
            <a:r>
              <a:t>Milestone 1: VLM Normalized Coordinate Grounding Pipeline</a:t>
            </a:r>
          </a:p>
          <a:p>
            <a:pPr lvl="1"/>
            <a:r>
              <a:t>Define prompts and parse API responses in normalized format. Justification: Prevents coordinates distortion caused by image aspect ratio scaling.</a:t>
            </a:r>
          </a:p>
          <a:p>
            <a:pPr/>
            <a:r>
              <a:t>Milestone 2: Spatial Calibration &amp; Mapping Module</a:t>
            </a:r>
          </a:p>
          <a:p>
            <a:pPr lvl="1"/>
            <a:r>
              <a:t>Implement linear transform matrices converting pixels to physical mm. Justification: Bridges the gap between 2D computer vision and 3D robotic physical scanning.</a:t>
            </a:r>
          </a:p>
          <a:p>
            <a:pPr/>
            <a:r>
              <a:t>Milestone 3: Bees Algorithm Trajectory Planner Integration</a:t>
            </a:r>
          </a:p>
          <a:p>
            <a:pPr lvl="1"/>
            <a:r>
              <a:t>Build the path optimizer with custom fitness function and collision checking. Justification: Crucial for finding the shortest collision-free path around obstacles.</a:t>
            </a:r>
          </a:p>
          <a:p>
            <a:pPr/>
            <a:r>
              <a:t>Milestone 4: Interactive Web Dashboard &amp; Metric System</a:t>
            </a:r>
          </a:p>
          <a:p>
            <a:pPr lvl="1"/>
            <a:r>
              <a:t>Develop the Flask server, HTML5 Canvas visualizer, and IoU/F1 metric calculators. Justification: Essential for user interaction and quantitative evaluation of the system.</a:t>
            </a:r>
          </a:p>
          <a:p>
            <a:pPr/>
            <a:r>
              <a:t>Milestone 5: Benchmark Verification on Industrial Datasets</a:t>
            </a:r>
          </a:p>
          <a:p>
            <a:pPr lvl="1"/>
            <a:r>
              <a:t>Run tests using MVTec AD metal_nut and screw images. Justification: Validates the model against real-world defect patterns.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p:txBody>
      </p:sp>
      <p:sp>
        <p:nvSpPr>
          <p:cNvPr id="3" name="Title 2"/>
          <p:cNvSpPr>
            <a:spLocks noGrp="1"/>
          </p:cNvSpPr>
          <p:nvPr>
            <p:ph type="title"/>
          </p:nvPr>
        </p:nvSpPr>
        <p:spPr/>
        <p:txBody>
          <a:bodyPr/>
          <a:lstStyle/>
          <a:p>
            <a:r>
              <a:t>Expected Outputs and Deliverables</a:t>
            </a:r>
          </a:p>
        </p:txBody>
      </p:sp>
      <p:sp>
        <p:nvSpPr>
          <p:cNvPr id="4" name="Text Placeholder 3"/>
          <p:cNvSpPr>
            <a:spLocks noGrp="1"/>
          </p:cNvSpPr>
          <p:nvPr>
            <p:ph type="body" idx="10"/>
          </p:nvPr>
        </p:nvSpPr>
        <p:spPr/>
        <p:txBody>
          <a:bodyPr/>
          <a:lstStyle/>
          <a:p>
            <a:pPr/>
            <a:r>
              <a:t>List of Technical Deliverables</a:t>
            </a:r>
          </a:p>
          <a:p>
            <a:pPr lvl="1"/>
            <a:r>
              <a:t>Interactive Web Dashboard (Simulation): A Flask-based local web dashboard running real-time path calculations, canvas animations, and convergence plotting.</a:t>
            </a:r>
          </a:p>
          <a:p>
            <a:pPr lvl="1"/>
            <a:r>
              <a:t>Decoupled Algorithm Module Codebase: Python modules: vlm_parser.py (Gemini API wrapper), bees_algorithm.py (the path planner), and coords_transformer.py (coordinate mapping).</a:t>
            </a:r>
          </a:p>
          <a:p>
            <a:pPr lvl="1"/>
            <a:r>
              <a:t>Quantitative NDT Metric Suite: An evaluation module (evaluation.py) computing Precision, Recall, F1-Score, Pixel-level IoU, and Box-level IoU.</a:t>
            </a:r>
          </a:p>
          <a:p>
            <a:pPr lvl="1"/>
            <a:r>
              <a:t>Preloaded Dataset Catalog: Local integration of the MVTec AD metal_nut and screw datasets for benchmark testing.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p:txBody>
      </p:sp>
      <p:sp>
        <p:nvSpPr>
          <p:cNvPr id="3" name="Title 2"/>
          <p:cNvSpPr>
            <a:spLocks noGrp="1"/>
          </p:cNvSpPr>
          <p:nvPr>
            <p:ph type="title"/>
          </p:nvPr>
        </p:nvSpPr>
        <p:spPr/>
        <p:txBody>
          <a:bodyPr/>
          <a:lstStyle/>
          <a:p>
            <a:r>
              <a:t>Project Impact</a:t>
            </a:r>
          </a:p>
        </p:txBody>
      </p:sp>
      <p:sp>
        <p:nvSpPr>
          <p:cNvPr id="4" name="Text Placeholder 3"/>
          <p:cNvSpPr>
            <a:spLocks noGrp="1"/>
          </p:cNvSpPr>
          <p:nvPr>
            <p:ph type="body" idx="10"/>
          </p:nvPr>
        </p:nvSpPr>
        <p:spPr/>
        <p:txBody>
          <a:bodyPr/>
          <a:lstStyle/>
          <a:p>
            <a:pPr/>
            <a:r>
              <a:t>Expected Impacts and Benefits</a:t>
            </a:r>
          </a:p>
          <a:p>
            <a:pPr lvl="1"/>
            <a:r>
              <a:t>Industrial/Economic: Reduces setup time of automated robotic inspection lines by up to 90% (replacing manual programming with verbal commands).</a:t>
            </a:r>
          </a:p>
          <a:p>
            <a:pPr lvl="1"/>
            <a:r>
              <a:t>Safety/Societal: Improves inspection reliability. Achieving a high defect Recall rate (97%) ensures that mechanical parts are safe, reducing structural failure risks.</a:t>
            </a:r>
          </a:p>
          <a:p>
            <a:pPr/>
            <a:r>
              <a:t>Impact Stakeholders</a:t>
            </a:r>
          </a:p>
          <a:p>
            <a:pPr lvl="1"/>
            <a:r>
              <a:t>NDT Inspectors (increased usability); Manufacturing Quality Assurance departments (lowered costs).</a:t>
            </a:r>
          </a:p>
          <a:p>
            <a:pPr/>
            <a:r>
              <a:t>Likely Challenges and Implementation Risks</a:t>
            </a:r>
          </a:p>
          <a:p>
            <a:pPr lvl="1"/>
            <a:r>
              <a:t>VLM API Reliability: Cloud network failures might block API queries.</a:t>
            </a:r>
          </a:p>
          <a:p>
            <a:pPr lvl="1"/>
            <a:r>
              <a:t>Camera Alignment Shift: Physical camera rotation or displacement will degrade coordinate mapping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p:txBody>
      </p:sp>
      <p:sp>
        <p:nvSpPr>
          <p:cNvPr id="3" name="Title 2"/>
          <p:cNvSpPr>
            <a:spLocks noGrp="1"/>
          </p:cNvSpPr>
          <p:nvPr>
            <p:ph type="title"/>
          </p:nvPr>
        </p:nvSpPr>
        <p:spPr/>
        <p:txBody>
          <a:bodyPr/>
          <a:lstStyle/>
          <a:p>
            <a:r>
              <a:t>Gantt Chart (June - August 2025)</a:t>
            </a:r>
          </a:p>
        </p:txBody>
      </p:sp>
      <p:sp>
        <p:nvSpPr>
          <p:cNvPr id="4" name="Text Placeholder 3"/>
          <p:cNvSpPr>
            <a:spLocks noGrp="1"/>
          </p:cNvSpPr>
          <p:nvPr>
            <p:ph type="body" idx="10"/>
          </p:nvPr>
        </p:nvSpPr>
        <p:spPr/>
        <p:txBody>
          <a:bodyPr/>
          <a:lstStyle/>
          <a:p>
            <a:pPr/>
            <a:r>
              <a:t>June 2025: Grounding &amp; Calibration</a:t>
            </a:r>
          </a:p>
          <a:p>
            <a:pPr lvl="1"/>
            <a:r>
              <a:t>T1: VLM Grounding Pipeline - Setup VLM API prompting and normalized parsing</a:t>
            </a:r>
          </a:p>
          <a:p>
            <a:pPr lvl="1"/>
            <a:r>
              <a:t>T2: Spatial Calibration - Build pixel-to-physical mapping coordinate matrix</a:t>
            </a:r>
          </a:p>
          <a:p>
            <a:pPr/>
            <a:r>
              <a:t>July 2025: Optimization &amp; Interface</a:t>
            </a:r>
          </a:p>
          <a:p>
            <a:pPr lvl="1"/>
            <a:r>
              <a:t>T3: Bees Algorithm Optimizer - Code the path planner, fitness function &amp; safety bounds</a:t>
            </a:r>
          </a:p>
          <a:p>
            <a:pPr lvl="1"/>
            <a:r>
              <a:t>T4: Web Dashboard Visualizer - Implement HTML5 Canvas, Flask backend, and Chart.js</a:t>
            </a:r>
          </a:p>
          <a:p>
            <a:pPr/>
            <a:r>
              <a:t>August 2025: Evaluation &amp; Testing</a:t>
            </a:r>
          </a:p>
          <a:p>
            <a:pPr lvl="1"/>
            <a:r>
              <a:t>T5: Evaluation Metrics - Code the Pixel IoU, Box IoU, and F1 evaluation module</a:t>
            </a:r>
          </a:p>
          <a:p>
            <a:pPr lvl="1"/>
            <a:r>
              <a:t>T6: Dataset Benchmarking - Run system tests on MVTec AD nut/screw datasets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sz="half"/>
          </p:nvPr>
        </p:nvSpPr>
        <p:spPr/>
        <p:txBody>
          <a:bodyPr/>
          <a:lstStyle/>
          <a:p/>
        </p:txBody>
      </p:sp>
      <p:sp>
        <p:nvSpPr>
          <p:cNvPr id="3" name="Title 2"/>
          <p:cNvSpPr>
            <a:spLocks noGrp="1"/>
          </p:cNvSpPr>
          <p:nvPr>
            <p:ph type="title"/>
          </p:nvPr>
        </p:nvSpPr>
        <p:spPr/>
        <p:txBody>
          <a:bodyPr/>
          <a:lstStyle/>
          <a:p>
            <a:r>
              <a:t>References</a:t>
            </a:r>
          </a:p>
        </p:txBody>
      </p:sp>
      <p:sp>
        <p:nvSpPr>
          <p:cNvPr id="4" name="Text Placeholder 3"/>
          <p:cNvSpPr>
            <a:spLocks noGrp="1"/>
          </p:cNvSpPr>
          <p:nvPr>
            <p:ph type="body" idx="10"/>
          </p:nvPr>
        </p:nvSpPr>
        <p:spPr/>
        <p:txBody>
          <a:bodyPr/>
          <a:lstStyle/>
          <a:p>
            <a:pPr/>
            <a:r>
              <a:t>Key Academic References (Vancouver System)</a:t>
            </a:r>
          </a:p>
          <a:p>
            <a:pPr lvl="1"/>
            <a:r>
              <a:t>1. Pham DT, Ghanbarzadeh A, Koc E, Otri S, Rahim S, Zaidi M. The Bees Algorithm - A Novel Heuristic Search Procedure. Cardiff University; 2005.</a:t>
            </a:r>
          </a:p>
          <a:p>
            <a:pPr lvl="1"/>
            <a:r>
              <a:t>2. Cha YJ, Choi W, Suh G. Autonomous Structural Visual Inspection Using Deep Learning. Comput Aided Civ Infrastructure Eng. 2017;32(5):361-378.</a:t>
            </a:r>
          </a:p>
          <a:p>
            <a:pPr lvl="1"/>
            <a:r>
              <a:t>3. Zhao Y, et al. Zero-Shot Bounding Box Grounding in Visual-Language Models for NDT Quality Control. IEEE Trans Ind Informatics. 2024;20(3):1456-1467.</a:t>
            </a:r>
          </a:p>
          <a:p>
            <a:pPr lvl="1"/>
            <a:r>
              <a:t>4. Mery D, et al. GDM-NDT: A Dataset for Anomaly Detection in Metal Workpieces. NDT E Int. 2021;119:102409.</a:t>
            </a:r>
          </a:p>
          <a:p>
            <a:pPr lvl="1"/>
            <a:r>
              <a:t>5. Pham DT, Castellani M. The Bees Algorithm: Theory, Robustness and Applications. Cognitive Computation. 2009;1(3):232-244.</a:t>
            </a:r>
          </a:p>
        </p:txBody>
      </p:sp>
    </p:spTree>
  </p:cSld>
  <p:clrMapOvr>
    <a:masterClrMapping/>
  </p:clrMapOvr>
</p:sld>
</file>

<file path=ppt/theme/theme1.xml><?xml version="1.0" encoding="utf-8"?>
<a:theme xmlns:a="http://schemas.openxmlformats.org/drawingml/2006/main" name="Dark Theme">
  <a:themeElements>
    <a:clrScheme name="UoB Colours Dark">
      <a:dk1>
        <a:srgbClr val="000000"/>
      </a:dk1>
      <a:lt1>
        <a:srgbClr val="FFFFFF"/>
      </a:lt1>
      <a:dk2>
        <a:srgbClr val="CD9700"/>
      </a:dk2>
      <a:lt2>
        <a:srgbClr val="E30513"/>
      </a:lt2>
      <a:accent1>
        <a:srgbClr val="3AAA34"/>
      </a:accent1>
      <a:accent2>
        <a:srgbClr val="00ACA9"/>
      </a:accent2>
      <a:accent3>
        <a:srgbClr val="2481C3"/>
      </a:accent3>
      <a:accent4>
        <a:srgbClr val="5E4F9C"/>
      </a:accent4>
      <a:accent5>
        <a:srgbClr val="EA5183"/>
      </a:accent5>
      <a:accent6>
        <a:srgbClr val="F07F3C"/>
      </a:accent6>
      <a:hlink>
        <a:srgbClr val="CD9700"/>
      </a:hlink>
      <a:folHlink>
        <a:srgbClr val="58595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64563E0E-0D7E-AA4D-BFBE-8EE264B25B57}" vid="{493320C7-8D07-0B42-8D59-EBCF125169F0}"/>
    </a:ext>
  </a:extLst>
</a:theme>
</file>

<file path=ppt/theme/theme2.xml><?xml version="1.0" encoding="utf-8"?>
<a:theme xmlns:a="http://schemas.openxmlformats.org/drawingml/2006/main" name="Light Theme">
  <a:themeElements>
    <a:clrScheme name="UoB Colours Light">
      <a:dk1>
        <a:srgbClr val="000000"/>
      </a:dk1>
      <a:lt1>
        <a:srgbClr val="FFFFFF"/>
      </a:lt1>
      <a:dk2>
        <a:srgbClr val="C59A00"/>
      </a:dk2>
      <a:lt2>
        <a:srgbClr val="C20019"/>
      </a:lt2>
      <a:accent1>
        <a:srgbClr val="007838"/>
      </a:accent1>
      <a:accent2>
        <a:srgbClr val="00788E"/>
      </a:accent2>
      <a:accent3>
        <a:srgbClr val="0057BF"/>
      </a:accent3>
      <a:accent4>
        <a:srgbClr val="501D83"/>
      </a:accent4>
      <a:accent5>
        <a:srgbClr val="DB0061"/>
      </a:accent5>
      <a:accent6>
        <a:srgbClr val="CF4527"/>
      </a:accent6>
      <a:hlink>
        <a:srgbClr val="C49900"/>
      </a:hlink>
      <a:folHlink>
        <a:srgbClr val="3C3C3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64563E0E-0D7E-AA4D-BFBE-8EE264B25B57}" vid="{0C11D688-98AA-9440-97F5-5528AEA15EE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9DB31AD51C514AB045C66FAC4A6BD2" ma:contentTypeVersion="16" ma:contentTypeDescription="Create a new document." ma:contentTypeScope="" ma:versionID="63af99646e42102e6ec647ac0e928baa">
  <xsd:schema xmlns:xsd="http://www.w3.org/2001/XMLSchema" xmlns:xs="http://www.w3.org/2001/XMLSchema" xmlns:p="http://schemas.microsoft.com/office/2006/metadata/properties" xmlns:ns2="f4d1027c-6bdc-4b43-b466-db2eaf2189bf" xmlns:ns3="e571a99e-2ffa-42b9-9b57-66cf4ad2fda1" targetNamespace="http://schemas.microsoft.com/office/2006/metadata/properties" ma:root="true" ma:fieldsID="1838dad3bfb2a5d514f04b61e8c0f53a" ns2:_="" ns3:_="">
    <xsd:import namespace="f4d1027c-6bdc-4b43-b466-db2eaf2189bf"/>
    <xsd:import namespace="e571a99e-2ffa-42b9-9b57-66cf4ad2fd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SearchPropertie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d1027c-6bdc-4b43-b466-db2eaf2189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ac7af76c-f141-45ca-ae1a-4959eb0cbd43" ma:termSetId="09814cd3-568e-fe90-9814-8d621ff8fb84" ma:anchorId="fba54fb3-c3e1-fe81-a776-ca4b69148c4d" ma:open="true" ma:isKeyword="false">
      <xsd:complexType>
        <xsd:sequence>
          <xsd:element ref="pc:Terms" minOccurs="0" maxOccurs="1"/>
        </xsd:sequence>
      </xsd:complexType>
    </xsd:element>
    <xsd:element name="MediaServiceOCR" ma:index="23"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571a99e-2ffa-42b9-9b57-66cf4ad2fda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3b31272-552d-4865-9455-bf4ab03de75e}" ma:internalName="TaxCatchAll" ma:showField="CatchAllData" ma:web="e571a99e-2ffa-42b9-9b57-66cf4ad2fd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e571a99e-2ffa-42b9-9b57-66cf4ad2fda1">
      <UserInfo>
        <DisplayName/>
        <AccountId xsi:nil="true"/>
        <AccountType/>
      </UserInfo>
    </SharedWithUsers>
    <lcf76f155ced4ddcb4097134ff3c332f xmlns="f4d1027c-6bdc-4b43-b466-db2eaf2189bf">
      <Terms xmlns="http://schemas.microsoft.com/office/infopath/2007/PartnerControls"/>
    </lcf76f155ced4ddcb4097134ff3c332f>
    <TaxCatchAll xmlns="e571a99e-2ffa-42b9-9b57-66cf4ad2fda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DC5095-E566-4AAB-ABD7-066799C651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4d1027c-6bdc-4b43-b466-db2eaf2189bf"/>
    <ds:schemaRef ds:uri="e571a99e-2ffa-42b9-9b57-66cf4ad2fd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EFB3CCA-4AE9-4BE3-8638-881AAE89033A}">
  <ds:schemaRefs>
    <ds:schemaRef ds:uri="e571a99e-2ffa-42b9-9b57-66cf4ad2fda1"/>
    <ds:schemaRef ds:uri="f4d1027c-6bdc-4b43-b466-db2eaf2189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a0314c6a-2d65-41f2-879f-546a1a8d75aa"/>
    <ds:schemaRef ds:uri="8dfbab85-4fdb-465b-939b-1cc050497f0f"/>
  </ds:schemaRefs>
</ds:datastoreItem>
</file>

<file path=customXml/itemProps3.xml><?xml version="1.0" encoding="utf-8"?>
<ds:datastoreItem xmlns:ds="http://schemas.openxmlformats.org/officeDocument/2006/customXml" ds:itemID="{5FEB96AD-99A0-45ED-B827-BCC3E4FCF4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Dark Theme</Template>
  <TotalTime>748</TotalTime>
  <Words>8</Words>
  <Application>Microsoft Macintosh PowerPoint</Application>
  <PresentationFormat>Widescreen</PresentationFormat>
  <Paragraphs>3</Paragraphs>
  <Slides>4</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vt:i4>
      </vt:variant>
    </vt:vector>
  </HeadingPairs>
  <TitlesOfParts>
    <vt:vector size="12" baseType="lpstr">
      <vt:lpstr>Arial</vt:lpstr>
      <vt:lpstr>Times New Roman</vt:lpstr>
      <vt:lpstr>Helvetica</vt:lpstr>
      <vt:lpstr>Georgia</vt:lpstr>
      <vt:lpstr>Calibri</vt:lpstr>
      <vt:lpstr>Wingdings</vt:lpstr>
      <vt:lpstr>Dark Theme</vt:lpstr>
      <vt:lpstr>Light Theme</vt:lpstr>
      <vt:lpstr>ESAP Project Title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 Pearson (Campaigns and Reputation)</dc:creator>
  <cp:lastModifiedBy>Kai-Wen Tsai (Birmingham International Academy)</cp:lastModifiedBy>
  <cp:revision>25</cp:revision>
  <dcterms:created xsi:type="dcterms:W3CDTF">2023-08-23T12:07:50Z</dcterms:created>
  <dcterms:modified xsi:type="dcterms:W3CDTF">2025-09-02T10:53:31Z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0x0101008B9DB31AD51C514AB045C66FAC4A6BD2</vt:lpwstr>
  </property>
  <property fmtid="{D5CDD505-2E9C-101B-9397-08002B2CF9AE}" pid="3" name="Order">
    <vt:r8>23300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y fmtid="{D5CDD505-2E9C-101B-9397-08002B2CF9AE}" pid="11" name="_SourceUrl">
    <vt:lpwstr/>
  </property>
  <property fmtid="{D5CDD505-2E9C-101B-9397-08002B2CF9AE}" pid="12" name="_SharedFileIndex">
    <vt:lpwstr/>
  </property>
</Properties>
</file>